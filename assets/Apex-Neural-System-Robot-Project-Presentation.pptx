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8288000" cy="10287000"/>
  <p:notesSz cx="6858000" cy="9144000"/>
  <p:embeddedFontLst>
    <p:embeddedFont>
      <p:font typeface="Arimo Bold" charset="1" panose="020B0704020202020204"/>
      <p:regular r:id="rId40"/>
    </p:embeddedFont>
    <p:embeddedFont>
      <p:font typeface="Questrial" charset="1" panose="02000000000000000000"/>
      <p:regular r:id="rId41"/>
    </p:embeddedFont>
    <p:embeddedFont>
      <p:font typeface="Arimo" charset="1" panose="020B0604020202020204"/>
      <p:regular r:id="rId51"/>
    </p:embeddedFont>
    <p:embeddedFont>
      <p:font typeface="Canva Sans" charset="1" panose="020B0503030501040103"/>
      <p:regular r:id="rId52"/>
    </p:embeddedFont>
    <p:embeddedFont>
      <p:font typeface="Times New Roman" charset="1" panose="02020603050405020304"/>
      <p:regular r:id="rId66"/>
    </p:embeddedFont>
    <p:embeddedFont>
      <p:font typeface="Arial MT Pro Bold" charset="1" panose="020B0802020202020204"/>
      <p:regular r:id="rId71"/>
    </p:embeddedFont>
    <p:embeddedFont>
      <p:font typeface="DM Sans" charset="1" panose="00000000000000000000"/>
      <p:regular r:id="rId7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notesMasters/notesMaster1.xml" Type="http://schemas.openxmlformats.org/officeDocument/2006/relationships/notesMaster"/><Relationship Id="rId38" Target="theme/theme2.xml" Type="http://schemas.openxmlformats.org/officeDocument/2006/relationships/theme"/><Relationship Id="rId39" Target="notesSlides/notesSlide1.xml" Type="http://schemas.openxmlformats.org/officeDocument/2006/relationships/notes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notesSlides/notesSlide2.xml" Type="http://schemas.openxmlformats.org/officeDocument/2006/relationships/notesSlide"/><Relationship Id="rId43" Target="notesSlides/notesSlide3.xml" Type="http://schemas.openxmlformats.org/officeDocument/2006/relationships/notesSlide"/><Relationship Id="rId44" Target="notesSlides/notesSlide4.xml" Type="http://schemas.openxmlformats.org/officeDocument/2006/relationships/notesSlide"/><Relationship Id="rId45" Target="notesSlides/notesSlide5.xml" Type="http://schemas.openxmlformats.org/officeDocument/2006/relationships/notesSlide"/><Relationship Id="rId46" Target="notesSlides/notesSlide6.xml" Type="http://schemas.openxmlformats.org/officeDocument/2006/relationships/notesSlide"/><Relationship Id="rId47" Target="notesSlides/notesSlide7.xml" Type="http://schemas.openxmlformats.org/officeDocument/2006/relationships/notesSlide"/><Relationship Id="rId48" Target="notesSlides/notesSlide8.xml" Type="http://schemas.openxmlformats.org/officeDocument/2006/relationships/notesSlide"/><Relationship Id="rId49" Target="notesSlides/notesSlide9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0.xml" Type="http://schemas.openxmlformats.org/officeDocument/2006/relationships/notesSlide"/><Relationship Id="rId51" Target="fonts/font51.fntdata" Type="http://schemas.openxmlformats.org/officeDocument/2006/relationships/font"/><Relationship Id="rId52" Target="fonts/font52.fntdata" Type="http://schemas.openxmlformats.org/officeDocument/2006/relationships/font"/><Relationship Id="rId53" Target="notesSlides/notesSlide11.xml" Type="http://schemas.openxmlformats.org/officeDocument/2006/relationships/notesSlide"/><Relationship Id="rId54" Target="notesSlides/notesSlide12.xml" Type="http://schemas.openxmlformats.org/officeDocument/2006/relationships/notesSlide"/><Relationship Id="rId55" Target="notesSlides/notesSlide13.xml" Type="http://schemas.openxmlformats.org/officeDocument/2006/relationships/notesSlide"/><Relationship Id="rId56" Target="notesSlides/notesSlide14.xml" Type="http://schemas.openxmlformats.org/officeDocument/2006/relationships/notesSlide"/><Relationship Id="rId57" Target="notesSlides/notesSlide15.xml" Type="http://schemas.openxmlformats.org/officeDocument/2006/relationships/notesSlide"/><Relationship Id="rId58" Target="notesSlides/notesSlide16.xml" Type="http://schemas.openxmlformats.org/officeDocument/2006/relationships/notesSlide"/><Relationship Id="rId59" Target="notesSlides/notesSlide17.xml" Type="http://schemas.openxmlformats.org/officeDocument/2006/relationships/notesSlide"/><Relationship Id="rId6" Target="slides/slide1.xml" Type="http://schemas.openxmlformats.org/officeDocument/2006/relationships/slide"/><Relationship Id="rId60" Target="notesSlides/notesSlide18.xml" Type="http://schemas.openxmlformats.org/officeDocument/2006/relationships/notesSlide"/><Relationship Id="rId61" Target="notesSlides/notesSlide19.xml" Type="http://schemas.openxmlformats.org/officeDocument/2006/relationships/notesSlide"/><Relationship Id="rId62" Target="notesSlides/notesSlide20.xml" Type="http://schemas.openxmlformats.org/officeDocument/2006/relationships/notesSlide"/><Relationship Id="rId63" Target="notesSlides/notesSlide21.xml" Type="http://schemas.openxmlformats.org/officeDocument/2006/relationships/notesSlide"/><Relationship Id="rId64" Target="notesSlides/notesSlide22.xml" Type="http://schemas.openxmlformats.org/officeDocument/2006/relationships/notesSlide"/><Relationship Id="rId65" Target="notesSlides/notesSlide23.xml" Type="http://schemas.openxmlformats.org/officeDocument/2006/relationships/notesSlide"/><Relationship Id="rId66" Target="fonts/font66.fntdata" Type="http://schemas.openxmlformats.org/officeDocument/2006/relationships/font"/><Relationship Id="rId67" Target="notesSlides/notesSlide24.xml" Type="http://schemas.openxmlformats.org/officeDocument/2006/relationships/notesSlide"/><Relationship Id="rId68" Target="notesSlides/notesSlide25.xml" Type="http://schemas.openxmlformats.org/officeDocument/2006/relationships/notesSlide"/><Relationship Id="rId69" Target="notesSlides/notesSlide26.xml" Type="http://schemas.openxmlformats.org/officeDocument/2006/relationships/notesSlide"/><Relationship Id="rId7" Target="slides/slide2.xml" Type="http://schemas.openxmlformats.org/officeDocument/2006/relationships/slide"/><Relationship Id="rId70" Target="notesSlides/notesSlide27.xml" Type="http://schemas.openxmlformats.org/officeDocument/2006/relationships/notesSlide"/><Relationship Id="rId71" Target="fonts/font71.fntdata" Type="http://schemas.openxmlformats.org/officeDocument/2006/relationships/font"/><Relationship Id="rId72" Target="notesSlides/notesSlide28.xml" Type="http://schemas.openxmlformats.org/officeDocument/2006/relationships/notesSlide"/><Relationship Id="rId73" Target="notesSlides/notesSlide29.xml" Type="http://schemas.openxmlformats.org/officeDocument/2006/relationships/notesSlide"/><Relationship Id="rId74" Target="notesSlides/notesSlide30.xml" Type="http://schemas.openxmlformats.org/officeDocument/2006/relationships/notesSlide"/><Relationship Id="rId75" Target="fonts/font75.fntdata" Type="http://schemas.openxmlformats.org/officeDocument/2006/relationships/font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15" Target="../media/image13.png" Type="http://schemas.openxmlformats.org/officeDocument/2006/relationships/image"/><Relationship Id="rId16" Target="../media/image14.svg" Type="http://schemas.openxmlformats.org/officeDocument/2006/relationships/image"/><Relationship Id="rId17" Target="../media/image15.png" Type="http://schemas.openxmlformats.org/officeDocument/2006/relationships/image"/><Relationship Id="rId18" Target="../media/image16.svg" Type="http://schemas.openxmlformats.org/officeDocument/2006/relationships/image"/><Relationship Id="rId19" Target="../media/image17.png" Type="http://schemas.openxmlformats.org/officeDocument/2006/relationships/image"/><Relationship Id="rId2" Target="../notesSlides/notesSlide1.xml" Type="http://schemas.openxmlformats.org/officeDocument/2006/relationships/notesSlide"/><Relationship Id="rId20" Target="../media/image18.svg" Type="http://schemas.openxmlformats.org/officeDocument/2006/relationships/image"/><Relationship Id="rId21" Target="../media/image19.png" Type="http://schemas.openxmlformats.org/officeDocument/2006/relationships/image"/><Relationship Id="rId22" Target="../media/image20.svg" Type="http://schemas.openxmlformats.org/officeDocument/2006/relationships/image"/><Relationship Id="rId23" Target="../media/image21.png" Type="http://schemas.openxmlformats.org/officeDocument/2006/relationships/image"/><Relationship Id="rId24" Target="../media/image22.svg" Type="http://schemas.openxmlformats.org/officeDocument/2006/relationships/image"/><Relationship Id="rId25" Target="../media/image23.png" Type="http://schemas.openxmlformats.org/officeDocument/2006/relationships/image"/><Relationship Id="rId26" Target="../media/image24.svg" Type="http://schemas.openxmlformats.org/officeDocument/2006/relationships/image"/><Relationship Id="rId27" Target="../media/image25.png" Type="http://schemas.openxmlformats.org/officeDocument/2006/relationships/image"/><Relationship Id="rId28" Target="../media/image26.svg" Type="http://schemas.openxmlformats.org/officeDocument/2006/relationships/image"/><Relationship Id="rId29" Target="../media/image27.png" Type="http://schemas.openxmlformats.org/officeDocument/2006/relationships/image"/><Relationship Id="rId3" Target="../media/image1.png" Type="http://schemas.openxmlformats.org/officeDocument/2006/relationships/image"/><Relationship Id="rId30" Target="../media/image28.svg" Type="http://schemas.openxmlformats.org/officeDocument/2006/relationships/image"/><Relationship Id="rId31" Target="../media/image29.jpe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11" Target="../media/image34.png" Type="http://schemas.openxmlformats.org/officeDocument/2006/relationships/image"/><Relationship Id="rId12" Target="../media/image35.svg" Type="http://schemas.openxmlformats.org/officeDocument/2006/relationships/image"/><Relationship Id="rId13" Target="../media/image36.png" Type="http://schemas.openxmlformats.org/officeDocument/2006/relationships/image"/><Relationship Id="rId14" Target="../media/image37.svg" Type="http://schemas.openxmlformats.org/officeDocument/2006/relationships/image"/><Relationship Id="rId15" Target="../media/image38.png" Type="http://schemas.openxmlformats.org/officeDocument/2006/relationships/image"/><Relationship Id="rId16" Target="../media/image39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25.png" Type="http://schemas.openxmlformats.org/officeDocument/2006/relationships/image"/><Relationship Id="rId12" Target="../media/image26.svg" Type="http://schemas.openxmlformats.org/officeDocument/2006/relationships/image"/><Relationship Id="rId13" Target="../media/image46.png" Type="http://schemas.openxmlformats.org/officeDocument/2006/relationships/image"/><Relationship Id="rId14" Target="../media/image47.png" Type="http://schemas.openxmlformats.org/officeDocument/2006/relationships/image"/><Relationship Id="rId15" Target="../media/image48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42.png" Type="http://schemas.openxmlformats.org/officeDocument/2006/relationships/image"/><Relationship Id="rId6" Target="../media/image43.svg" Type="http://schemas.openxmlformats.org/officeDocument/2006/relationships/image"/><Relationship Id="rId7" Target="../media/image44.png" Type="http://schemas.openxmlformats.org/officeDocument/2006/relationships/image"/><Relationship Id="rId8" Target="../media/image45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svg" Type="http://schemas.openxmlformats.org/officeDocument/2006/relationships/image"/><Relationship Id="rId11" Target="../media/image57.png" Type="http://schemas.openxmlformats.org/officeDocument/2006/relationships/image"/><Relationship Id="rId12" Target="../media/image58.sv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15" Target="../media/image25.png" Type="http://schemas.openxmlformats.org/officeDocument/2006/relationships/image"/><Relationship Id="rId16" Target="../media/image26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Relationship Id="rId7" Target="../media/image53.png" Type="http://schemas.openxmlformats.org/officeDocument/2006/relationships/image"/><Relationship Id="rId8" Target="../media/image54.sv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11" Target="../media/image34.png" Type="http://schemas.openxmlformats.org/officeDocument/2006/relationships/image"/><Relationship Id="rId12" Target="../media/image35.svg" Type="http://schemas.openxmlformats.org/officeDocument/2006/relationships/image"/><Relationship Id="rId13" Target="../media/image36.png" Type="http://schemas.openxmlformats.org/officeDocument/2006/relationships/image"/><Relationship Id="rId14" Target="../media/image37.svg" Type="http://schemas.openxmlformats.org/officeDocument/2006/relationships/image"/><Relationship Id="rId15" Target="../media/image38.png" Type="http://schemas.openxmlformats.org/officeDocument/2006/relationships/image"/><Relationship Id="rId16" Target="../media/image39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svg" Type="http://schemas.openxmlformats.org/officeDocument/2006/relationships/image"/><Relationship Id="rId11" Target="../media/image67.png" Type="http://schemas.openxmlformats.org/officeDocument/2006/relationships/image"/><Relationship Id="rId12" Target="../media/image68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59.png" Type="http://schemas.openxmlformats.org/officeDocument/2006/relationships/image"/><Relationship Id="rId4" Target="../media/image60.svg" Type="http://schemas.openxmlformats.org/officeDocument/2006/relationships/image"/><Relationship Id="rId5" Target="../media/image61.png" Type="http://schemas.openxmlformats.org/officeDocument/2006/relationships/image"/><Relationship Id="rId6" Target="../media/image62.svg" Type="http://schemas.openxmlformats.org/officeDocument/2006/relationships/image"/><Relationship Id="rId7" Target="../media/image63.png" Type="http://schemas.openxmlformats.org/officeDocument/2006/relationships/image"/><Relationship Id="rId8" Target="../media/image64.sv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6.svg" Type="http://schemas.openxmlformats.org/officeDocument/2006/relationships/image"/><Relationship Id="rId11" Target="../media/image57.png" Type="http://schemas.openxmlformats.org/officeDocument/2006/relationships/image"/><Relationship Id="rId12" Target="../media/image58.sv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15" Target="../media/image25.png" Type="http://schemas.openxmlformats.org/officeDocument/2006/relationships/image"/><Relationship Id="rId16" Target="../media/image26.svg" Type="http://schemas.openxmlformats.org/officeDocument/2006/relationships/image"/><Relationship Id="rId17" Target="../media/image69.pn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49.png" Type="http://schemas.openxmlformats.org/officeDocument/2006/relationships/image"/><Relationship Id="rId4" Target="../media/image50.svg" Type="http://schemas.openxmlformats.org/officeDocument/2006/relationships/image"/><Relationship Id="rId5" Target="../media/image51.png" Type="http://schemas.openxmlformats.org/officeDocument/2006/relationships/image"/><Relationship Id="rId6" Target="../media/image52.svg" Type="http://schemas.openxmlformats.org/officeDocument/2006/relationships/image"/><Relationship Id="rId7" Target="../media/image53.png" Type="http://schemas.openxmlformats.org/officeDocument/2006/relationships/image"/><Relationship Id="rId8" Target="../media/image54.svg" Type="http://schemas.openxmlformats.org/officeDocument/2006/relationships/image"/><Relationship Id="rId9" Target="../media/image5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25.png" Type="http://schemas.openxmlformats.org/officeDocument/2006/relationships/image"/><Relationship Id="rId12" Target="../media/image26.svg" Type="http://schemas.openxmlformats.org/officeDocument/2006/relationships/image"/><Relationship Id="rId13" Target="../media/image70.png" Type="http://schemas.openxmlformats.org/officeDocument/2006/relationships/image"/><Relationship Id="rId14" Target="../media/image71.svg" Type="http://schemas.openxmlformats.org/officeDocument/2006/relationships/image"/><Relationship Id="rId15" Target="../media/image72.png" Type="http://schemas.openxmlformats.org/officeDocument/2006/relationships/image"/><Relationship Id="rId16" Target="../media/image73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42.png" Type="http://schemas.openxmlformats.org/officeDocument/2006/relationships/image"/><Relationship Id="rId6" Target="../media/image43.svg" Type="http://schemas.openxmlformats.org/officeDocument/2006/relationships/image"/><Relationship Id="rId7" Target="../media/image44.png" Type="http://schemas.openxmlformats.org/officeDocument/2006/relationships/image"/><Relationship Id="rId8" Target="../media/image45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11" Target="../media/image34.png" Type="http://schemas.openxmlformats.org/officeDocument/2006/relationships/image"/><Relationship Id="rId12" Target="../media/image35.svg" Type="http://schemas.openxmlformats.org/officeDocument/2006/relationships/image"/><Relationship Id="rId13" Target="../media/image36.png" Type="http://schemas.openxmlformats.org/officeDocument/2006/relationships/image"/><Relationship Id="rId14" Target="../media/image37.svg" Type="http://schemas.openxmlformats.org/officeDocument/2006/relationships/image"/><Relationship Id="rId15" Target="../media/image38.png" Type="http://schemas.openxmlformats.org/officeDocument/2006/relationships/image"/><Relationship Id="rId16" Target="../media/image39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9.svg" Type="http://schemas.openxmlformats.org/officeDocument/2006/relationships/image"/><Relationship Id="rId11" Target="../media/image80.png" Type="http://schemas.openxmlformats.org/officeDocument/2006/relationships/image"/><Relationship Id="rId12" Target="../media/image81.svg" Type="http://schemas.openxmlformats.org/officeDocument/2006/relationships/image"/><Relationship Id="rId13" Target="../media/image38.png" Type="http://schemas.openxmlformats.org/officeDocument/2006/relationships/image"/><Relationship Id="rId14" Target="../media/image39.svg" Type="http://schemas.openxmlformats.org/officeDocument/2006/relationships/image"/><Relationship Id="rId15" Target="../media/image82.png" Type="http://schemas.openxmlformats.org/officeDocument/2006/relationships/image"/><Relationship Id="rId16" Target="../media/image83.svg" Type="http://schemas.openxmlformats.org/officeDocument/2006/relationships/image"/><Relationship Id="rId17" Target="../media/image84.png" Type="http://schemas.openxmlformats.org/officeDocument/2006/relationships/image"/><Relationship Id="rId18" Target="../media/image85.svg" Type="http://schemas.openxmlformats.org/officeDocument/2006/relationships/image"/><Relationship Id="rId19" Target="../media/image53.png" Type="http://schemas.openxmlformats.org/officeDocument/2006/relationships/image"/><Relationship Id="rId2" Target="../notesSlides/notesSlide10.xml" Type="http://schemas.openxmlformats.org/officeDocument/2006/relationships/notesSlide"/><Relationship Id="rId20" Target="../media/image54.svg" Type="http://schemas.openxmlformats.org/officeDocument/2006/relationships/image"/><Relationship Id="rId21" Target="https://marketintelo.com/report/restaurant-robotics-market" TargetMode="External" Type="http://schemas.openxmlformats.org/officeDocument/2006/relationships/hyperlink"/><Relationship Id="rId22" Target="https://www.grandviewresearch.com/industry-analysis/food-robotics-market" TargetMode="External" Type="http://schemas.openxmlformats.org/officeDocument/2006/relationships/hyperlink"/><Relationship Id="rId3" Target="../media/image74.png" Type="http://schemas.openxmlformats.org/officeDocument/2006/relationships/image"/><Relationship Id="rId4" Target="../media/image75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76.png" Type="http://schemas.openxmlformats.org/officeDocument/2006/relationships/image"/><Relationship Id="rId8" Target="../media/image77.svg" Type="http://schemas.openxmlformats.org/officeDocument/2006/relationships/image"/><Relationship Id="rId9" Target="../media/image7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11" Target="../media/image34.png" Type="http://schemas.openxmlformats.org/officeDocument/2006/relationships/image"/><Relationship Id="rId12" Target="../media/image35.svg" Type="http://schemas.openxmlformats.org/officeDocument/2006/relationships/image"/><Relationship Id="rId13" Target="../media/image36.png" Type="http://schemas.openxmlformats.org/officeDocument/2006/relationships/image"/><Relationship Id="rId14" Target="../media/image37.svg" Type="http://schemas.openxmlformats.org/officeDocument/2006/relationships/image"/><Relationship Id="rId15" Target="../media/image38.png" Type="http://schemas.openxmlformats.org/officeDocument/2006/relationships/image"/><Relationship Id="rId16" Target="../media/image39.sv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1.svg" Type="http://schemas.openxmlformats.org/officeDocument/2006/relationships/image"/><Relationship Id="rId11" Target="../media/image59.png" Type="http://schemas.openxmlformats.org/officeDocument/2006/relationships/image"/><Relationship Id="rId12" Target="../media/image60.svg" Type="http://schemas.openxmlformats.org/officeDocument/2006/relationships/image"/><Relationship Id="rId13" Target="../media/image13.png" Type="http://schemas.openxmlformats.org/officeDocument/2006/relationships/image"/><Relationship Id="rId14" Target="../media/image14.svg" Type="http://schemas.openxmlformats.org/officeDocument/2006/relationships/image"/><Relationship Id="rId15" Target="../media/image92.png" Type="http://schemas.openxmlformats.org/officeDocument/2006/relationships/image"/><Relationship Id="rId16" Target="../media/image93.svg" Type="http://schemas.openxmlformats.org/officeDocument/2006/relationships/image"/><Relationship Id="rId17" Target="../media/image94.png" Type="http://schemas.openxmlformats.org/officeDocument/2006/relationships/image"/><Relationship Id="rId18" Target="../media/image95.svg" Type="http://schemas.openxmlformats.org/officeDocument/2006/relationships/image"/><Relationship Id="rId2" Target="../notesSlides/notesSlide12.xml" Type="http://schemas.openxmlformats.org/officeDocument/2006/relationships/notesSlide"/><Relationship Id="rId3" Target="../media/image61.png" Type="http://schemas.openxmlformats.org/officeDocument/2006/relationships/image"/><Relationship Id="rId4" Target="../media/image62.svg" Type="http://schemas.openxmlformats.org/officeDocument/2006/relationships/image"/><Relationship Id="rId5" Target="../media/image86.png" Type="http://schemas.openxmlformats.org/officeDocument/2006/relationships/image"/><Relationship Id="rId6" Target="../media/image87.svg" Type="http://schemas.openxmlformats.org/officeDocument/2006/relationships/image"/><Relationship Id="rId7" Target="../media/image88.png" Type="http://schemas.openxmlformats.org/officeDocument/2006/relationships/image"/><Relationship Id="rId8" Target="../media/image89.svg" Type="http://schemas.openxmlformats.org/officeDocument/2006/relationships/image"/><Relationship Id="rId9" Target="../media/image9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9.svg" Type="http://schemas.openxmlformats.org/officeDocument/2006/relationships/image"/><Relationship Id="rId11" Target="../media/image80.png" Type="http://schemas.openxmlformats.org/officeDocument/2006/relationships/image"/><Relationship Id="rId12" Target="../media/image81.svg" Type="http://schemas.openxmlformats.org/officeDocument/2006/relationships/image"/><Relationship Id="rId13" Target="../media/image38.png" Type="http://schemas.openxmlformats.org/officeDocument/2006/relationships/image"/><Relationship Id="rId14" Target="../media/image39.svg" Type="http://schemas.openxmlformats.org/officeDocument/2006/relationships/image"/><Relationship Id="rId15" Target="../media/image82.png" Type="http://schemas.openxmlformats.org/officeDocument/2006/relationships/image"/><Relationship Id="rId16" Target="../media/image83.svg" Type="http://schemas.openxmlformats.org/officeDocument/2006/relationships/image"/><Relationship Id="rId17" Target="../media/image84.png" Type="http://schemas.openxmlformats.org/officeDocument/2006/relationships/image"/><Relationship Id="rId18" Target="../media/image85.svg" Type="http://schemas.openxmlformats.org/officeDocument/2006/relationships/image"/><Relationship Id="rId19" Target="../media/image53.png" Type="http://schemas.openxmlformats.org/officeDocument/2006/relationships/image"/><Relationship Id="rId2" Target="../notesSlides/notesSlide13.xml" Type="http://schemas.openxmlformats.org/officeDocument/2006/relationships/notesSlide"/><Relationship Id="rId20" Target="../media/image54.svg" Type="http://schemas.openxmlformats.org/officeDocument/2006/relationships/image"/><Relationship Id="rId21" Target="https://www.grandviewresearch.com/industry-analysis/food-robotics-market" TargetMode="External" Type="http://schemas.openxmlformats.org/officeDocument/2006/relationships/hyperlink"/><Relationship Id="rId3" Target="../media/image74.png" Type="http://schemas.openxmlformats.org/officeDocument/2006/relationships/image"/><Relationship Id="rId4" Target="../media/image75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76.png" Type="http://schemas.openxmlformats.org/officeDocument/2006/relationships/image"/><Relationship Id="rId8" Target="../media/image77.svg" Type="http://schemas.openxmlformats.org/officeDocument/2006/relationships/image"/><Relationship Id="rId9" Target="../media/image7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11" Target="../media/image34.png" Type="http://schemas.openxmlformats.org/officeDocument/2006/relationships/image"/><Relationship Id="rId12" Target="../media/image35.svg" Type="http://schemas.openxmlformats.org/officeDocument/2006/relationships/image"/><Relationship Id="rId13" Target="../media/image36.png" Type="http://schemas.openxmlformats.org/officeDocument/2006/relationships/image"/><Relationship Id="rId14" Target="../media/image37.svg" Type="http://schemas.openxmlformats.org/officeDocument/2006/relationships/image"/><Relationship Id="rId15" Target="../media/image38.png" Type="http://schemas.openxmlformats.org/officeDocument/2006/relationships/image"/><Relationship Id="rId16" Target="../media/image39.svg" Type="http://schemas.openxmlformats.org/officeDocument/2006/relationships/image"/><Relationship Id="rId2" Target="../notesSlides/notesSlide14.xml" Type="http://schemas.openxmlformats.org/officeDocument/2006/relationships/notesSlid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6.svg" Type="http://schemas.openxmlformats.org/officeDocument/2006/relationships/image"/><Relationship Id="rId11" Target="../media/image67.png" Type="http://schemas.openxmlformats.org/officeDocument/2006/relationships/image"/><Relationship Id="rId12" Target="../media/image68.svg" Type="http://schemas.openxmlformats.org/officeDocument/2006/relationships/image"/><Relationship Id="rId2" Target="../notesSlides/notesSlide15.xml" Type="http://schemas.openxmlformats.org/officeDocument/2006/relationships/notesSlide"/><Relationship Id="rId3" Target="../media/image59.png" Type="http://schemas.openxmlformats.org/officeDocument/2006/relationships/image"/><Relationship Id="rId4" Target="../media/image60.svg" Type="http://schemas.openxmlformats.org/officeDocument/2006/relationships/image"/><Relationship Id="rId5" Target="../media/image61.png" Type="http://schemas.openxmlformats.org/officeDocument/2006/relationships/image"/><Relationship Id="rId6" Target="../media/image62.svg" Type="http://schemas.openxmlformats.org/officeDocument/2006/relationships/image"/><Relationship Id="rId7" Target="../media/image63.png" Type="http://schemas.openxmlformats.org/officeDocument/2006/relationships/image"/><Relationship Id="rId8" Target="../media/image64.svg" Type="http://schemas.openxmlformats.org/officeDocument/2006/relationships/image"/><Relationship Id="rId9" Target="../media/image6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svg" Type="http://schemas.openxmlformats.org/officeDocument/2006/relationships/image"/><Relationship Id="rId11" Target="../media/image34.png" Type="http://schemas.openxmlformats.org/officeDocument/2006/relationships/image"/><Relationship Id="rId12" Target="../media/image35.svg" Type="http://schemas.openxmlformats.org/officeDocument/2006/relationships/image"/><Relationship Id="rId13" Target="../media/image36.png" Type="http://schemas.openxmlformats.org/officeDocument/2006/relationships/image"/><Relationship Id="rId14" Target="../media/image37.svg" Type="http://schemas.openxmlformats.org/officeDocument/2006/relationships/image"/><Relationship Id="rId15" Target="../media/image38.png" Type="http://schemas.openxmlformats.org/officeDocument/2006/relationships/image"/><Relationship Id="rId16" Target="../media/image39.svg" Type="http://schemas.openxmlformats.org/officeDocument/2006/relationships/image"/><Relationship Id="rId2" Target="../notesSlides/notesSlide16.xml" Type="http://schemas.openxmlformats.org/officeDocument/2006/relationships/notesSlid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3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1.svg" Type="http://schemas.openxmlformats.org/officeDocument/2006/relationships/image"/><Relationship Id="rId11" Target="../media/image102.png" Type="http://schemas.openxmlformats.org/officeDocument/2006/relationships/image"/><Relationship Id="rId12" Target="../media/image103.svg" Type="http://schemas.openxmlformats.org/officeDocument/2006/relationships/image"/><Relationship Id="rId13" Target="../media/image104.png" Type="http://schemas.openxmlformats.org/officeDocument/2006/relationships/image"/><Relationship Id="rId14" Target="../media/image105.svg" Type="http://schemas.openxmlformats.org/officeDocument/2006/relationships/image"/><Relationship Id="rId15" Target="../media/image106.jpeg" Type="http://schemas.openxmlformats.org/officeDocument/2006/relationships/image"/><Relationship Id="rId16" Target="../media/VAHPVNf6jak.mp4" Type="http://schemas.openxmlformats.org/officeDocument/2006/relationships/video"/><Relationship Id="rId17" Target="../media/VAHPVNf6jak.mp4" Type="http://schemas.microsoft.com/office/2007/relationships/media"/><Relationship Id="rId2" Target="../notesSlides/notesSlide17.xml" Type="http://schemas.openxmlformats.org/officeDocument/2006/relationships/notesSlid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96.png" Type="http://schemas.openxmlformats.org/officeDocument/2006/relationships/image"/><Relationship Id="rId6" Target="../media/image97.svg" Type="http://schemas.openxmlformats.org/officeDocument/2006/relationships/image"/><Relationship Id="rId7" Target="../media/image98.png" Type="http://schemas.openxmlformats.org/officeDocument/2006/relationships/image"/><Relationship Id="rId8" Target="../media/image99.svg" Type="http://schemas.openxmlformats.org/officeDocument/2006/relationships/image"/><Relationship Id="rId9" Target="../media/image10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96.png" Type="http://schemas.openxmlformats.org/officeDocument/2006/relationships/image"/><Relationship Id="rId4" Target="../media/image97.svg" Type="http://schemas.openxmlformats.org/officeDocument/2006/relationships/image"/><Relationship Id="rId5" Target="../media/image98.png" Type="http://schemas.openxmlformats.org/officeDocument/2006/relationships/image"/><Relationship Id="rId6" Target="../media/image99.svg" Type="http://schemas.openxmlformats.org/officeDocument/2006/relationships/image"/><Relationship Id="rId7" Target="../media/image107.png" Type="http://schemas.openxmlformats.org/officeDocument/2006/relationships/image"/><Relationship Id="rId8" Target="../media/image100.png" Type="http://schemas.openxmlformats.org/officeDocument/2006/relationships/image"/><Relationship Id="rId9" Target="../media/image101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96.png" Type="http://schemas.openxmlformats.org/officeDocument/2006/relationships/image"/><Relationship Id="rId4" Target="../media/image97.svg" Type="http://schemas.openxmlformats.org/officeDocument/2006/relationships/image"/><Relationship Id="rId5" Target="../media/image98.png" Type="http://schemas.openxmlformats.org/officeDocument/2006/relationships/image"/><Relationship Id="rId6" Target="../media/image99.svg" Type="http://schemas.openxmlformats.org/officeDocument/2006/relationships/image"/><Relationship Id="rId7" Target="../media/image100.png" Type="http://schemas.openxmlformats.org/officeDocument/2006/relationships/image"/><Relationship Id="rId8" Target="../media/image101.svg" Type="http://schemas.openxmlformats.org/officeDocument/2006/relationships/image"/><Relationship Id="rId9" Target="../media/image10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1.svg" Type="http://schemas.openxmlformats.org/officeDocument/2006/relationships/image"/><Relationship Id="rId11" Target="../media/image109.png" Type="http://schemas.openxmlformats.org/officeDocument/2006/relationships/image"/><Relationship Id="rId12" Target="../media/image110.png" Type="http://schemas.openxmlformats.org/officeDocument/2006/relationships/image"/><Relationship Id="rId2" Target="../notesSlides/notesSlide20.xml" Type="http://schemas.openxmlformats.org/officeDocument/2006/relationships/notesSlid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98.png" Type="http://schemas.openxmlformats.org/officeDocument/2006/relationships/image"/><Relationship Id="rId6" Target="../media/image99.svg" Type="http://schemas.openxmlformats.org/officeDocument/2006/relationships/image"/><Relationship Id="rId7" Target="../media/image96.png" Type="http://schemas.openxmlformats.org/officeDocument/2006/relationships/image"/><Relationship Id="rId8" Target="../media/image97.svg" Type="http://schemas.openxmlformats.org/officeDocument/2006/relationships/image"/><Relationship Id="rId9" Target="../media/image10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0.png" Type="http://schemas.openxmlformats.org/officeDocument/2006/relationships/image"/><Relationship Id="rId11" Target="../media/image101.svg" Type="http://schemas.openxmlformats.org/officeDocument/2006/relationships/image"/><Relationship Id="rId12" Target="../media/image112.png" Type="http://schemas.openxmlformats.org/officeDocument/2006/relationships/image"/><Relationship Id="rId13" Target="../media/image113.png" Type="http://schemas.openxmlformats.org/officeDocument/2006/relationships/image"/><Relationship Id="rId2" Target="../notesSlides/notesSlide21.xml" Type="http://schemas.openxmlformats.org/officeDocument/2006/relationships/notesSlide"/><Relationship Id="rId3" Target="../media/image96.png" Type="http://schemas.openxmlformats.org/officeDocument/2006/relationships/image"/><Relationship Id="rId4" Target="../media/image97.svg" Type="http://schemas.openxmlformats.org/officeDocument/2006/relationships/image"/><Relationship Id="rId5" Target="../media/image98.png" Type="http://schemas.openxmlformats.org/officeDocument/2006/relationships/image"/><Relationship Id="rId6" Target="../media/image99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Relationship Id="rId9" Target="../media/image11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1.svg" Type="http://schemas.openxmlformats.org/officeDocument/2006/relationships/image"/><Relationship Id="rId11" Target="../media/image114.png" Type="http://schemas.openxmlformats.org/officeDocument/2006/relationships/image"/><Relationship Id="rId2" Target="../notesSlides/notesSlide22.xml" Type="http://schemas.openxmlformats.org/officeDocument/2006/relationships/notesSlide"/><Relationship Id="rId3" Target="../media/image98.png" Type="http://schemas.openxmlformats.org/officeDocument/2006/relationships/image"/><Relationship Id="rId4" Target="../media/image99.sv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96.png" Type="http://schemas.openxmlformats.org/officeDocument/2006/relationships/image"/><Relationship Id="rId8" Target="../media/image97.svg" Type="http://schemas.openxmlformats.org/officeDocument/2006/relationships/image"/><Relationship Id="rId9" Target="../media/image10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Relationship Id="rId3" Target="../media/image100.png" Type="http://schemas.openxmlformats.org/officeDocument/2006/relationships/image"/><Relationship Id="rId4" Target="../media/image101.svg" Type="http://schemas.openxmlformats.org/officeDocument/2006/relationships/image"/><Relationship Id="rId5" Target="../media/image115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1.svg" Type="http://schemas.openxmlformats.org/officeDocument/2006/relationships/image"/><Relationship Id="rId11" Target="../media/image116.png" Type="http://schemas.openxmlformats.org/officeDocument/2006/relationships/image"/><Relationship Id="rId2" Target="../notesSlides/notesSlide24.xml" Type="http://schemas.openxmlformats.org/officeDocument/2006/relationships/notesSlid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98.png" Type="http://schemas.openxmlformats.org/officeDocument/2006/relationships/image"/><Relationship Id="rId6" Target="../media/image99.svg" Type="http://schemas.openxmlformats.org/officeDocument/2006/relationships/image"/><Relationship Id="rId7" Target="../media/image96.png" Type="http://schemas.openxmlformats.org/officeDocument/2006/relationships/image"/><Relationship Id="rId8" Target="../media/image97.svg" Type="http://schemas.openxmlformats.org/officeDocument/2006/relationships/image"/><Relationship Id="rId9" Target="../media/image100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8.png" Type="http://schemas.openxmlformats.org/officeDocument/2006/relationships/image"/><Relationship Id="rId11" Target="../media/image100.png" Type="http://schemas.openxmlformats.org/officeDocument/2006/relationships/image"/><Relationship Id="rId12" Target="../media/image101.svg" Type="http://schemas.openxmlformats.org/officeDocument/2006/relationships/image"/><Relationship Id="rId2" Target="../notesSlides/notesSlide25.xml" Type="http://schemas.openxmlformats.org/officeDocument/2006/relationships/notesSlid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98.png" Type="http://schemas.openxmlformats.org/officeDocument/2006/relationships/image"/><Relationship Id="rId6" Target="../media/image99.svg" Type="http://schemas.openxmlformats.org/officeDocument/2006/relationships/image"/><Relationship Id="rId7" Target="../media/image96.png" Type="http://schemas.openxmlformats.org/officeDocument/2006/relationships/image"/><Relationship Id="rId8" Target="../media/image97.svg" Type="http://schemas.openxmlformats.org/officeDocument/2006/relationships/image"/><Relationship Id="rId9" Target="../media/image117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1.svg" Type="http://schemas.openxmlformats.org/officeDocument/2006/relationships/image"/><Relationship Id="rId11" Target="../media/image102.png" Type="http://schemas.openxmlformats.org/officeDocument/2006/relationships/image"/><Relationship Id="rId12" Target="../media/image103.svg" Type="http://schemas.openxmlformats.org/officeDocument/2006/relationships/image"/><Relationship Id="rId13" Target="../media/image104.png" Type="http://schemas.openxmlformats.org/officeDocument/2006/relationships/image"/><Relationship Id="rId14" Target="../media/image105.svg" Type="http://schemas.openxmlformats.org/officeDocument/2006/relationships/image"/><Relationship Id="rId2" Target="../notesSlides/notesSlide26.xml" Type="http://schemas.openxmlformats.org/officeDocument/2006/relationships/notesSlid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96.png" Type="http://schemas.openxmlformats.org/officeDocument/2006/relationships/image"/><Relationship Id="rId6" Target="../media/image97.svg" Type="http://schemas.openxmlformats.org/officeDocument/2006/relationships/image"/><Relationship Id="rId7" Target="../media/image98.png" Type="http://schemas.openxmlformats.org/officeDocument/2006/relationships/image"/><Relationship Id="rId8" Target="../media/image99.svg" Type="http://schemas.openxmlformats.org/officeDocument/2006/relationships/image"/><Relationship Id="rId9" Target="../media/image100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9.png" Type="http://schemas.openxmlformats.org/officeDocument/2006/relationships/image"/><Relationship Id="rId3" Target="../media/image120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1.svg" Type="http://schemas.openxmlformats.org/officeDocument/2006/relationships/image"/><Relationship Id="rId11" Target="../media/image102.png" Type="http://schemas.openxmlformats.org/officeDocument/2006/relationships/image"/><Relationship Id="rId12" Target="../media/image103.svg" Type="http://schemas.openxmlformats.org/officeDocument/2006/relationships/image"/><Relationship Id="rId13" Target="../media/image104.png" Type="http://schemas.openxmlformats.org/officeDocument/2006/relationships/image"/><Relationship Id="rId14" Target="../media/image105.svg" Type="http://schemas.openxmlformats.org/officeDocument/2006/relationships/image"/><Relationship Id="rId15" Target="../media/image121.png" Type="http://schemas.openxmlformats.org/officeDocument/2006/relationships/image"/><Relationship Id="rId2" Target="../notesSlides/notesSlide27.xml" Type="http://schemas.openxmlformats.org/officeDocument/2006/relationships/notesSlid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96.png" Type="http://schemas.openxmlformats.org/officeDocument/2006/relationships/image"/><Relationship Id="rId6" Target="../media/image97.svg" Type="http://schemas.openxmlformats.org/officeDocument/2006/relationships/image"/><Relationship Id="rId7" Target="../media/image98.png" Type="http://schemas.openxmlformats.org/officeDocument/2006/relationships/image"/><Relationship Id="rId8" Target="../media/image99.svg" Type="http://schemas.openxmlformats.org/officeDocument/2006/relationships/image"/><Relationship Id="rId9" Target="../media/image100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1.svg" Type="http://schemas.openxmlformats.org/officeDocument/2006/relationships/image"/><Relationship Id="rId11" Target="../media/image102.png" Type="http://schemas.openxmlformats.org/officeDocument/2006/relationships/image"/><Relationship Id="rId12" Target="../media/image103.svg" Type="http://schemas.openxmlformats.org/officeDocument/2006/relationships/image"/><Relationship Id="rId13" Target="../media/image104.png" Type="http://schemas.openxmlformats.org/officeDocument/2006/relationships/image"/><Relationship Id="rId14" Target="../media/image105.svg" Type="http://schemas.openxmlformats.org/officeDocument/2006/relationships/image"/><Relationship Id="rId15" Target="../media/image122.png" Type="http://schemas.openxmlformats.org/officeDocument/2006/relationships/image"/><Relationship Id="rId2" Target="../notesSlides/notesSlide28.xml" Type="http://schemas.openxmlformats.org/officeDocument/2006/relationships/notesSlid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96.png" Type="http://schemas.openxmlformats.org/officeDocument/2006/relationships/image"/><Relationship Id="rId6" Target="../media/image97.svg" Type="http://schemas.openxmlformats.org/officeDocument/2006/relationships/image"/><Relationship Id="rId7" Target="../media/image98.png" Type="http://schemas.openxmlformats.org/officeDocument/2006/relationships/image"/><Relationship Id="rId8" Target="../media/image99.svg" Type="http://schemas.openxmlformats.org/officeDocument/2006/relationships/image"/><Relationship Id="rId9" Target="../media/image100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1.svg" Type="http://schemas.openxmlformats.org/officeDocument/2006/relationships/image"/><Relationship Id="rId11" Target="../media/image102.png" Type="http://schemas.openxmlformats.org/officeDocument/2006/relationships/image"/><Relationship Id="rId12" Target="../media/image103.svg" Type="http://schemas.openxmlformats.org/officeDocument/2006/relationships/image"/><Relationship Id="rId13" Target="../media/image104.png" Type="http://schemas.openxmlformats.org/officeDocument/2006/relationships/image"/><Relationship Id="rId14" Target="../media/image105.svg" Type="http://schemas.openxmlformats.org/officeDocument/2006/relationships/image"/><Relationship Id="rId2" Target="../notesSlides/notesSlide29.xml" Type="http://schemas.openxmlformats.org/officeDocument/2006/relationships/notesSlid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96.png" Type="http://schemas.openxmlformats.org/officeDocument/2006/relationships/image"/><Relationship Id="rId6" Target="../media/image97.svg" Type="http://schemas.openxmlformats.org/officeDocument/2006/relationships/image"/><Relationship Id="rId7" Target="../media/image98.png" Type="http://schemas.openxmlformats.org/officeDocument/2006/relationships/image"/><Relationship Id="rId8" Target="../media/image99.svg" Type="http://schemas.openxmlformats.org/officeDocument/2006/relationships/image"/><Relationship Id="rId9" Target="../media/image100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6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127.png" Type="http://schemas.openxmlformats.org/officeDocument/2006/relationships/image"/><Relationship Id="rId14" Target="../media/image128.svg" Type="http://schemas.openxmlformats.org/officeDocument/2006/relationships/image"/><Relationship Id="rId15" Target="../media/image25.png" Type="http://schemas.openxmlformats.org/officeDocument/2006/relationships/image"/><Relationship Id="rId16" Target="../media/image26.svg" Type="http://schemas.openxmlformats.org/officeDocument/2006/relationships/image"/><Relationship Id="rId17" Target="../media/image82.png" Type="http://schemas.openxmlformats.org/officeDocument/2006/relationships/image"/><Relationship Id="rId18" Target="../media/image83.svg" Type="http://schemas.openxmlformats.org/officeDocument/2006/relationships/image"/><Relationship Id="rId19" Target="../media/image129.png" Type="http://schemas.openxmlformats.org/officeDocument/2006/relationships/image"/><Relationship Id="rId2" Target="../notesSlides/notesSlide30.xml" Type="http://schemas.openxmlformats.org/officeDocument/2006/relationships/notesSlide"/><Relationship Id="rId20" Target="../media/image130.svg" Type="http://schemas.openxmlformats.org/officeDocument/2006/relationships/image"/><Relationship Id="rId21" Target="../media/image131.png" Type="http://schemas.openxmlformats.org/officeDocument/2006/relationships/image"/><Relationship Id="rId22" Target="../media/image132.svg" Type="http://schemas.openxmlformats.org/officeDocument/2006/relationships/image"/><Relationship Id="rId23" Target="../media/image59.png" Type="http://schemas.openxmlformats.org/officeDocument/2006/relationships/image"/><Relationship Id="rId24" Target="../media/image60.svg" Type="http://schemas.openxmlformats.org/officeDocument/2006/relationships/image"/><Relationship Id="rId25" Target="../media/image76.png" Type="http://schemas.openxmlformats.org/officeDocument/2006/relationships/image"/><Relationship Id="rId26" Target="../media/image77.svg" Type="http://schemas.openxmlformats.org/officeDocument/2006/relationships/image"/><Relationship Id="rId27" Target="../media/image133.png" Type="http://schemas.openxmlformats.org/officeDocument/2006/relationships/image"/><Relationship Id="rId28" Target="../media/image134.svg" Type="http://schemas.openxmlformats.org/officeDocument/2006/relationships/image"/><Relationship Id="rId29" Target="../media/image135.png" Type="http://schemas.openxmlformats.org/officeDocument/2006/relationships/image"/><Relationship Id="rId3" Target="../media/image74.png" Type="http://schemas.openxmlformats.org/officeDocument/2006/relationships/image"/><Relationship Id="rId30" Target="../media/image136.svg" Type="http://schemas.openxmlformats.org/officeDocument/2006/relationships/image"/><Relationship Id="rId31" Target="../media/image137.png" Type="http://schemas.openxmlformats.org/officeDocument/2006/relationships/image"/><Relationship Id="rId32" Target="../media/image138.svg" Type="http://schemas.openxmlformats.org/officeDocument/2006/relationships/image"/><Relationship Id="rId4" Target="../media/image75.sv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23.png" Type="http://schemas.openxmlformats.org/officeDocument/2006/relationships/image"/><Relationship Id="rId8" Target="../media/image124.svg" Type="http://schemas.openxmlformats.org/officeDocument/2006/relationships/image"/><Relationship Id="rId9" Target="../media/image12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117152" y="7771736"/>
            <a:ext cx="871892" cy="871892"/>
          </a:xfrm>
          <a:custGeom>
            <a:avLst/>
            <a:gdLst/>
            <a:ahLst/>
            <a:cxnLst/>
            <a:rect r="r" b="b" t="t" l="l"/>
            <a:pathLst>
              <a:path h="871892" w="871892">
                <a:moveTo>
                  <a:pt x="0" y="0"/>
                </a:moveTo>
                <a:lnTo>
                  <a:pt x="871892" y="0"/>
                </a:lnTo>
                <a:lnTo>
                  <a:pt x="871892" y="871892"/>
                </a:lnTo>
                <a:lnTo>
                  <a:pt x="0" y="8718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32350" y="1364700"/>
            <a:ext cx="424680" cy="794398"/>
          </a:xfrm>
          <a:custGeom>
            <a:avLst/>
            <a:gdLst/>
            <a:ahLst/>
            <a:cxnLst/>
            <a:rect r="r" b="b" t="t" l="l"/>
            <a:pathLst>
              <a:path h="794398" w="424680">
                <a:moveTo>
                  <a:pt x="0" y="0"/>
                </a:moveTo>
                <a:lnTo>
                  <a:pt x="424680" y="0"/>
                </a:lnTo>
                <a:lnTo>
                  <a:pt x="424680" y="794398"/>
                </a:lnTo>
                <a:lnTo>
                  <a:pt x="0" y="7943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67100" y="9192350"/>
            <a:ext cx="1945030" cy="1094638"/>
          </a:xfrm>
          <a:custGeom>
            <a:avLst/>
            <a:gdLst/>
            <a:ahLst/>
            <a:cxnLst/>
            <a:rect r="r" b="b" t="t" l="l"/>
            <a:pathLst>
              <a:path h="1094638" w="1945030">
                <a:moveTo>
                  <a:pt x="0" y="0"/>
                </a:moveTo>
                <a:lnTo>
                  <a:pt x="1945030" y="0"/>
                </a:lnTo>
                <a:lnTo>
                  <a:pt x="1945030" y="1094638"/>
                </a:lnTo>
                <a:lnTo>
                  <a:pt x="0" y="10946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134102" y="521806"/>
            <a:ext cx="143998" cy="143942"/>
          </a:xfrm>
          <a:custGeom>
            <a:avLst/>
            <a:gdLst/>
            <a:ahLst/>
            <a:cxnLst/>
            <a:rect r="r" b="b" t="t" l="l"/>
            <a:pathLst>
              <a:path h="143942" w="143998">
                <a:moveTo>
                  <a:pt x="0" y="0"/>
                </a:moveTo>
                <a:lnTo>
                  <a:pt x="143998" y="0"/>
                </a:lnTo>
                <a:lnTo>
                  <a:pt x="143998" y="143942"/>
                </a:lnTo>
                <a:lnTo>
                  <a:pt x="0" y="14394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33960" y="4466572"/>
            <a:ext cx="398396" cy="402158"/>
            <a:chOff x="0" y="0"/>
            <a:chExt cx="531195" cy="5362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FF9116"/>
            </a:solidFill>
          </p:spPr>
        </p:sp>
      </p:grpSp>
      <p:grpSp>
        <p:nvGrpSpPr>
          <p:cNvPr name="Group 8" id="8"/>
          <p:cNvGrpSpPr/>
          <p:nvPr/>
        </p:nvGrpSpPr>
        <p:grpSpPr>
          <a:xfrm rot="-10800000">
            <a:off x="17426296" y="822538"/>
            <a:ext cx="271154" cy="542160"/>
            <a:chOff x="0" y="0"/>
            <a:chExt cx="361539" cy="722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7AFB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3359776" y="2"/>
            <a:ext cx="2189052" cy="1094650"/>
          </a:xfrm>
          <a:custGeom>
            <a:avLst/>
            <a:gdLst/>
            <a:ahLst/>
            <a:cxnLst/>
            <a:rect r="r" b="b" t="t" l="l"/>
            <a:pathLst>
              <a:path h="1094650" w="2189052">
                <a:moveTo>
                  <a:pt x="0" y="0"/>
                </a:moveTo>
                <a:lnTo>
                  <a:pt x="2189052" y="0"/>
                </a:lnTo>
                <a:lnTo>
                  <a:pt x="2189052" y="1094650"/>
                </a:lnTo>
                <a:lnTo>
                  <a:pt x="0" y="10946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97202" y="8778312"/>
            <a:ext cx="871892" cy="871892"/>
          </a:xfrm>
          <a:custGeom>
            <a:avLst/>
            <a:gdLst/>
            <a:ahLst/>
            <a:cxnLst/>
            <a:rect r="r" b="b" t="t" l="l"/>
            <a:pathLst>
              <a:path h="871892" w="871892">
                <a:moveTo>
                  <a:pt x="0" y="0"/>
                </a:moveTo>
                <a:lnTo>
                  <a:pt x="871892" y="0"/>
                </a:lnTo>
                <a:lnTo>
                  <a:pt x="871892" y="871892"/>
                </a:lnTo>
                <a:lnTo>
                  <a:pt x="0" y="87189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370440" y="310028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970801" y="1153679"/>
            <a:ext cx="8738132" cy="4977023"/>
          </a:xfrm>
          <a:custGeom>
            <a:avLst/>
            <a:gdLst/>
            <a:ahLst/>
            <a:cxnLst/>
            <a:rect r="r" b="b" t="t" l="l"/>
            <a:pathLst>
              <a:path h="4977023" w="8738132">
                <a:moveTo>
                  <a:pt x="0" y="0"/>
                </a:moveTo>
                <a:lnTo>
                  <a:pt x="8738132" y="0"/>
                </a:lnTo>
                <a:lnTo>
                  <a:pt x="8738132" y="4977022"/>
                </a:lnTo>
                <a:lnTo>
                  <a:pt x="0" y="497702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2684526" y="8074174"/>
            <a:ext cx="1310690" cy="1133810"/>
            <a:chOff x="0" y="0"/>
            <a:chExt cx="1747587" cy="15117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127"/>
              <a:ext cx="1747647" cy="1511681"/>
            </a:xfrm>
            <a:custGeom>
              <a:avLst/>
              <a:gdLst/>
              <a:ahLst/>
              <a:cxnLst/>
              <a:rect r="r" b="b" t="t" l="l"/>
              <a:pathLst>
                <a:path h="1511681" w="1747647">
                  <a:moveTo>
                    <a:pt x="876173" y="0"/>
                  </a:moveTo>
                  <a:lnTo>
                    <a:pt x="0" y="1511681"/>
                  </a:lnTo>
                  <a:lnTo>
                    <a:pt x="1747647" y="1511681"/>
                  </a:lnTo>
                  <a:lnTo>
                    <a:pt x="876173" y="0"/>
                  </a:lnTo>
                  <a:close/>
                </a:path>
              </a:pathLst>
            </a:custGeom>
            <a:solidFill>
              <a:srgbClr val="15B8A5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9129714" y="7276498"/>
            <a:ext cx="8419962" cy="794390"/>
          </a:xfrm>
          <a:custGeom>
            <a:avLst/>
            <a:gdLst/>
            <a:ahLst/>
            <a:cxnLst/>
            <a:rect r="r" b="b" t="t" l="l"/>
            <a:pathLst>
              <a:path h="794390" w="8419962">
                <a:moveTo>
                  <a:pt x="0" y="0"/>
                </a:moveTo>
                <a:lnTo>
                  <a:pt x="8419962" y="0"/>
                </a:lnTo>
                <a:lnTo>
                  <a:pt x="8419962" y="794390"/>
                </a:lnTo>
                <a:lnTo>
                  <a:pt x="0" y="79439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071026" y="2051636"/>
            <a:ext cx="3478284" cy="5225026"/>
          </a:xfrm>
          <a:custGeom>
            <a:avLst/>
            <a:gdLst/>
            <a:ahLst/>
            <a:cxnLst/>
            <a:rect r="r" b="b" t="t" l="l"/>
            <a:pathLst>
              <a:path h="5225026" w="3478284">
                <a:moveTo>
                  <a:pt x="0" y="0"/>
                </a:moveTo>
                <a:lnTo>
                  <a:pt x="3478284" y="0"/>
                </a:lnTo>
                <a:lnTo>
                  <a:pt x="3478284" y="5225026"/>
                </a:lnTo>
                <a:lnTo>
                  <a:pt x="0" y="5225026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7325618" y="1364682"/>
            <a:ext cx="236880" cy="312120"/>
            <a:chOff x="0" y="0"/>
            <a:chExt cx="315840" cy="416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27" y="127"/>
              <a:ext cx="315595" cy="415925"/>
            </a:xfrm>
            <a:custGeom>
              <a:avLst/>
              <a:gdLst/>
              <a:ahLst/>
              <a:cxnLst/>
              <a:rect r="r" b="b" t="t" l="l"/>
              <a:pathLst>
                <a:path h="415925" w="315595">
                  <a:moveTo>
                    <a:pt x="0" y="0"/>
                  </a:moveTo>
                  <a:lnTo>
                    <a:pt x="0" y="415925"/>
                  </a:lnTo>
                  <a:lnTo>
                    <a:pt x="315595" y="2104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B8A5"/>
            </a:solid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6433676" y="8445582"/>
            <a:ext cx="514354" cy="390998"/>
          </a:xfrm>
          <a:custGeom>
            <a:avLst/>
            <a:gdLst/>
            <a:ahLst/>
            <a:cxnLst/>
            <a:rect r="r" b="b" t="t" l="l"/>
            <a:pathLst>
              <a:path h="390998" w="514354">
                <a:moveTo>
                  <a:pt x="0" y="0"/>
                </a:moveTo>
                <a:lnTo>
                  <a:pt x="514354" y="0"/>
                </a:lnTo>
                <a:lnTo>
                  <a:pt x="514354" y="390998"/>
                </a:lnTo>
                <a:lnTo>
                  <a:pt x="0" y="390998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308816" y="5197338"/>
            <a:ext cx="236896" cy="778442"/>
          </a:xfrm>
          <a:custGeom>
            <a:avLst/>
            <a:gdLst/>
            <a:ahLst/>
            <a:cxnLst/>
            <a:rect r="r" b="b" t="t" l="l"/>
            <a:pathLst>
              <a:path h="778442" w="236896">
                <a:moveTo>
                  <a:pt x="0" y="0"/>
                </a:moveTo>
                <a:lnTo>
                  <a:pt x="236896" y="0"/>
                </a:lnTo>
                <a:lnTo>
                  <a:pt x="236896" y="778442"/>
                </a:lnTo>
                <a:lnTo>
                  <a:pt x="0" y="778442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017390" y="1914428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047154" y="6625194"/>
            <a:ext cx="143998" cy="143998"/>
          </a:xfrm>
          <a:custGeom>
            <a:avLst/>
            <a:gdLst/>
            <a:ahLst/>
            <a:cxnLst/>
            <a:rect r="r" b="b" t="t" l="l"/>
            <a:pathLst>
              <a:path h="143998" w="143998">
                <a:moveTo>
                  <a:pt x="0" y="0"/>
                </a:moveTo>
                <a:lnTo>
                  <a:pt x="143998" y="0"/>
                </a:lnTo>
                <a:lnTo>
                  <a:pt x="143998" y="143998"/>
                </a:lnTo>
                <a:lnTo>
                  <a:pt x="0" y="143998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166866" y="2667152"/>
            <a:ext cx="3588374" cy="4609508"/>
          </a:xfrm>
          <a:custGeom>
            <a:avLst/>
            <a:gdLst/>
            <a:ahLst/>
            <a:cxnLst/>
            <a:rect r="r" b="b" t="t" l="l"/>
            <a:pathLst>
              <a:path h="4609508" w="3588374">
                <a:moveTo>
                  <a:pt x="0" y="0"/>
                </a:moveTo>
                <a:lnTo>
                  <a:pt x="3588374" y="0"/>
                </a:lnTo>
                <a:lnTo>
                  <a:pt x="3588374" y="4609508"/>
                </a:lnTo>
                <a:lnTo>
                  <a:pt x="0" y="4609508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5" id="25"/>
          <p:cNvSpPr/>
          <p:nvPr/>
        </p:nvSpPr>
        <p:spPr>
          <a:xfrm rot="7639">
            <a:off x="9210664" y="9220200"/>
            <a:ext cx="8572671" cy="0"/>
          </a:xfrm>
          <a:prstGeom prst="line">
            <a:avLst/>
          </a:prstGeom>
          <a:ln cap="rnd" w="9525">
            <a:solidFill>
              <a:srgbClr val="1D0D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5401351" y="2526189"/>
            <a:ext cx="3291606" cy="3604512"/>
          </a:xfrm>
          <a:custGeom>
            <a:avLst/>
            <a:gdLst/>
            <a:ahLst/>
            <a:cxnLst/>
            <a:rect r="r" b="b" t="t" l="l"/>
            <a:pathLst>
              <a:path h="3604512" w="3291606">
                <a:moveTo>
                  <a:pt x="0" y="0"/>
                </a:moveTo>
                <a:lnTo>
                  <a:pt x="3291606" y="0"/>
                </a:lnTo>
                <a:lnTo>
                  <a:pt x="3291606" y="3604512"/>
                </a:lnTo>
                <a:lnTo>
                  <a:pt x="0" y="3604512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517875" y="3699881"/>
            <a:ext cx="7519950" cy="283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40"/>
              </a:lnSpc>
            </a:pPr>
            <a:r>
              <a:rPr lang="en-US" sz="9200" b="true">
                <a:solidFill>
                  <a:srgbClr val="1D0D00"/>
                </a:solidFill>
                <a:latin typeface="Arimo Bold"/>
                <a:ea typeface="Arimo Bold"/>
                <a:cs typeface="Arimo Bold"/>
                <a:sym typeface="Arimo Bold"/>
              </a:rPr>
              <a:t>Apex</a:t>
            </a:r>
          </a:p>
          <a:p>
            <a:pPr algn="l">
              <a:lnSpc>
                <a:spcPts val="11040"/>
              </a:lnSpc>
            </a:pPr>
            <a:r>
              <a:rPr lang="en-US" b="true" sz="9200">
                <a:solidFill>
                  <a:srgbClr val="1D0D00"/>
                </a:solidFill>
                <a:latin typeface="Arimo Bold"/>
                <a:ea typeface="Arimo Bold"/>
                <a:cs typeface="Arimo Bold"/>
                <a:sym typeface="Arimo Bold"/>
              </a:rPr>
              <a:t>R.R.S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517875" y="6654450"/>
            <a:ext cx="5854350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6"/>
              </a:lnSpc>
            </a:pPr>
            <a:r>
              <a:rPr lang="en-US" sz="3200">
                <a:solidFill>
                  <a:srgbClr val="1D0D00"/>
                </a:solidFill>
                <a:latin typeface="Questrial"/>
                <a:ea typeface="Questrial"/>
                <a:cs typeface="Questrial"/>
                <a:sym typeface="Questrial"/>
              </a:rPr>
              <a:t>by Apex Neural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39937" y="5650950"/>
            <a:ext cx="9410397" cy="7575908"/>
          </a:xfrm>
          <a:custGeom>
            <a:avLst/>
            <a:gdLst/>
            <a:ahLst/>
            <a:cxnLst/>
            <a:rect r="r" b="b" t="t" l="l"/>
            <a:pathLst>
              <a:path h="7575908" w="9410397">
                <a:moveTo>
                  <a:pt x="0" y="0"/>
                </a:moveTo>
                <a:lnTo>
                  <a:pt x="9410398" y="0"/>
                </a:lnTo>
                <a:lnTo>
                  <a:pt x="9410398" y="7575908"/>
                </a:lnTo>
                <a:lnTo>
                  <a:pt x="0" y="75759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4552" y="9208012"/>
            <a:ext cx="871892" cy="871892"/>
          </a:xfrm>
          <a:custGeom>
            <a:avLst/>
            <a:gdLst/>
            <a:ahLst/>
            <a:cxnLst/>
            <a:rect r="r" b="b" t="t" l="l"/>
            <a:pathLst>
              <a:path h="871892" w="871892">
                <a:moveTo>
                  <a:pt x="0" y="0"/>
                </a:moveTo>
                <a:lnTo>
                  <a:pt x="871892" y="0"/>
                </a:lnTo>
                <a:lnTo>
                  <a:pt x="871892" y="871892"/>
                </a:lnTo>
                <a:lnTo>
                  <a:pt x="0" y="8718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61540" y="723304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85300" y="9141604"/>
            <a:ext cx="2465872" cy="1145398"/>
          </a:xfrm>
          <a:custGeom>
            <a:avLst/>
            <a:gdLst/>
            <a:ahLst/>
            <a:cxnLst/>
            <a:rect r="r" b="b" t="t" l="l"/>
            <a:pathLst>
              <a:path h="1145398" w="2465872">
                <a:moveTo>
                  <a:pt x="0" y="0"/>
                </a:moveTo>
                <a:lnTo>
                  <a:pt x="2465872" y="0"/>
                </a:lnTo>
                <a:lnTo>
                  <a:pt x="2465872" y="1145398"/>
                </a:lnTo>
                <a:lnTo>
                  <a:pt x="0" y="11453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5343" y="-1473719"/>
            <a:ext cx="1436748" cy="2552734"/>
          </a:xfrm>
          <a:custGeom>
            <a:avLst/>
            <a:gdLst/>
            <a:ahLst/>
            <a:cxnLst/>
            <a:rect r="r" b="b" t="t" l="l"/>
            <a:pathLst>
              <a:path h="2552734" w="1436748">
                <a:moveTo>
                  <a:pt x="0" y="0"/>
                </a:moveTo>
                <a:lnTo>
                  <a:pt x="1436748" y="0"/>
                </a:lnTo>
                <a:lnTo>
                  <a:pt x="1436748" y="2552734"/>
                </a:lnTo>
                <a:lnTo>
                  <a:pt x="0" y="255273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46090" y="9536454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02355" y="4038279"/>
            <a:ext cx="8913134" cy="3705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2000" b="true">
                <a:solidFill>
                  <a:srgbClr val="567AFB"/>
                </a:solidFill>
                <a:latin typeface="Arimo Bold"/>
                <a:ea typeface="Arimo Bold"/>
                <a:cs typeface="Arimo Bold"/>
                <a:sym typeface="Arimo Bold"/>
              </a:rPr>
              <a:t>Problem </a:t>
            </a:r>
          </a:p>
          <a:p>
            <a:pPr algn="l">
              <a:lnSpc>
                <a:spcPts val="14400"/>
              </a:lnSpc>
            </a:pPr>
            <a:r>
              <a:rPr lang="en-US" b="true" sz="12000">
                <a:solidFill>
                  <a:srgbClr val="567AFB"/>
                </a:solidFill>
                <a:latin typeface="Arimo Bold"/>
                <a:ea typeface="Arimo Bold"/>
                <a:cs typeface="Arimo Bold"/>
                <a:sym typeface="Arimo Bold"/>
              </a:rPr>
              <a:t>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17875" y="2429490"/>
            <a:ext cx="3121350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b="true" sz="12000">
                <a:solidFill>
                  <a:srgbClr val="567AFB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965456" y="5635630"/>
            <a:ext cx="1264024" cy="1093442"/>
            <a:chOff x="0" y="0"/>
            <a:chExt cx="1685365" cy="14579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127"/>
              <a:ext cx="1685417" cy="1457833"/>
            </a:xfrm>
            <a:custGeom>
              <a:avLst/>
              <a:gdLst/>
              <a:ahLst/>
              <a:cxnLst/>
              <a:rect r="r" b="b" t="t" l="l"/>
              <a:pathLst>
                <a:path h="1457833" w="1685417">
                  <a:moveTo>
                    <a:pt x="845058" y="0"/>
                  </a:moveTo>
                  <a:lnTo>
                    <a:pt x="0" y="1457833"/>
                  </a:lnTo>
                  <a:lnTo>
                    <a:pt x="1685417" y="1457833"/>
                  </a:lnTo>
                  <a:lnTo>
                    <a:pt x="845058" y="0"/>
                  </a:lnTo>
                  <a:close/>
                </a:path>
              </a:pathLst>
            </a:custGeom>
            <a:solidFill>
              <a:srgbClr val="FFC748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0390420" y="4442213"/>
            <a:ext cx="6471585" cy="2286981"/>
          </a:xfrm>
          <a:custGeom>
            <a:avLst/>
            <a:gdLst/>
            <a:ahLst/>
            <a:cxnLst/>
            <a:rect r="r" b="b" t="t" l="l"/>
            <a:pathLst>
              <a:path h="2286981" w="6471585">
                <a:moveTo>
                  <a:pt x="0" y="0"/>
                </a:moveTo>
                <a:lnTo>
                  <a:pt x="6471586" y="0"/>
                </a:lnTo>
                <a:lnTo>
                  <a:pt x="6471586" y="2286982"/>
                </a:lnTo>
                <a:lnTo>
                  <a:pt x="0" y="228698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rot="10095">
            <a:off x="10341611" y="6729060"/>
            <a:ext cx="6487078" cy="0"/>
          </a:xfrm>
          <a:prstGeom prst="line">
            <a:avLst/>
          </a:prstGeom>
          <a:ln cap="rnd" w="9525">
            <a:solidFill>
              <a:srgbClr val="1D0D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0351160" y="3008022"/>
            <a:ext cx="398396" cy="402158"/>
            <a:chOff x="0" y="0"/>
            <a:chExt cx="531195" cy="5362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1D0D00">
                <a:alpha val="12549"/>
              </a:srgbClr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009654" y="8360094"/>
            <a:ext cx="143998" cy="143998"/>
          </a:xfrm>
          <a:custGeom>
            <a:avLst/>
            <a:gdLst/>
            <a:ahLst/>
            <a:cxnLst/>
            <a:rect r="r" b="b" t="t" l="l"/>
            <a:pathLst>
              <a:path h="143998" w="143998">
                <a:moveTo>
                  <a:pt x="0" y="0"/>
                </a:moveTo>
                <a:lnTo>
                  <a:pt x="143998" y="0"/>
                </a:lnTo>
                <a:lnTo>
                  <a:pt x="143998" y="143998"/>
                </a:lnTo>
                <a:lnTo>
                  <a:pt x="0" y="14399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-10800000">
            <a:off x="552822" y="2394562"/>
            <a:ext cx="271154" cy="542160"/>
            <a:chOff x="0" y="0"/>
            <a:chExt cx="361539" cy="7228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748"/>
            </a:solid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9976" y="9168004"/>
            <a:ext cx="2465872" cy="1145398"/>
          </a:xfrm>
          <a:custGeom>
            <a:avLst/>
            <a:gdLst/>
            <a:ahLst/>
            <a:cxnLst/>
            <a:rect r="r" b="b" t="t" l="l"/>
            <a:pathLst>
              <a:path h="1145398" w="2465872">
                <a:moveTo>
                  <a:pt x="0" y="0"/>
                </a:moveTo>
                <a:lnTo>
                  <a:pt x="2465872" y="0"/>
                </a:lnTo>
                <a:lnTo>
                  <a:pt x="2465872" y="1145398"/>
                </a:lnTo>
                <a:lnTo>
                  <a:pt x="0" y="11453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62180" y="-2675021"/>
            <a:ext cx="6834221" cy="9337248"/>
          </a:xfrm>
          <a:custGeom>
            <a:avLst/>
            <a:gdLst/>
            <a:ahLst/>
            <a:cxnLst/>
            <a:rect r="r" b="b" t="t" l="l"/>
            <a:pathLst>
              <a:path h="9337248" w="6834221">
                <a:moveTo>
                  <a:pt x="0" y="0"/>
                </a:moveTo>
                <a:lnTo>
                  <a:pt x="6834220" y="0"/>
                </a:lnTo>
                <a:lnTo>
                  <a:pt x="6834220" y="9337248"/>
                </a:lnTo>
                <a:lnTo>
                  <a:pt x="0" y="93372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702696" y="-4728043"/>
            <a:ext cx="9384898" cy="7975117"/>
          </a:xfrm>
          <a:custGeom>
            <a:avLst/>
            <a:gdLst/>
            <a:ahLst/>
            <a:cxnLst/>
            <a:rect r="r" b="b" t="t" l="l"/>
            <a:pathLst>
              <a:path h="7975117" w="9384898">
                <a:moveTo>
                  <a:pt x="0" y="0"/>
                </a:moveTo>
                <a:lnTo>
                  <a:pt x="9384898" y="0"/>
                </a:lnTo>
                <a:lnTo>
                  <a:pt x="9384898" y="7975116"/>
                </a:lnTo>
                <a:lnTo>
                  <a:pt x="0" y="79751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982184" y="9173672"/>
            <a:ext cx="398396" cy="402158"/>
            <a:chOff x="0" y="0"/>
            <a:chExt cx="531195" cy="5362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1D0D00">
                <a:alpha val="12549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17332646" y="9288588"/>
            <a:ext cx="271154" cy="542160"/>
            <a:chOff x="0" y="0"/>
            <a:chExt cx="361539" cy="7228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B8A5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5427190" y="9207978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98826" y="8905116"/>
            <a:ext cx="330806" cy="383474"/>
            <a:chOff x="0" y="0"/>
            <a:chExt cx="441075" cy="5112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27" y="127"/>
              <a:ext cx="440690" cy="511048"/>
            </a:xfrm>
            <a:custGeom>
              <a:avLst/>
              <a:gdLst/>
              <a:ahLst/>
              <a:cxnLst/>
              <a:rect r="r" b="b" t="t" l="l"/>
              <a:pathLst>
                <a:path h="511048" w="440690">
                  <a:moveTo>
                    <a:pt x="0" y="0"/>
                  </a:moveTo>
                  <a:lnTo>
                    <a:pt x="0" y="511048"/>
                  </a:lnTo>
                  <a:lnTo>
                    <a:pt x="440690" y="2555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16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7603778" y="3603794"/>
            <a:ext cx="143998" cy="143998"/>
          </a:xfrm>
          <a:custGeom>
            <a:avLst/>
            <a:gdLst/>
            <a:ahLst/>
            <a:cxnLst/>
            <a:rect r="r" b="b" t="t" l="l"/>
            <a:pathLst>
              <a:path h="143998" w="143998">
                <a:moveTo>
                  <a:pt x="0" y="0"/>
                </a:moveTo>
                <a:lnTo>
                  <a:pt x="143998" y="0"/>
                </a:lnTo>
                <a:lnTo>
                  <a:pt x="143998" y="143998"/>
                </a:lnTo>
                <a:lnTo>
                  <a:pt x="0" y="1439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873307" y="3936113"/>
            <a:ext cx="1000646" cy="1000646"/>
          </a:xfrm>
          <a:custGeom>
            <a:avLst/>
            <a:gdLst/>
            <a:ahLst/>
            <a:cxnLst/>
            <a:rect r="r" b="b" t="t" l="l"/>
            <a:pathLst>
              <a:path h="1000646" w="1000646">
                <a:moveTo>
                  <a:pt x="0" y="0"/>
                </a:moveTo>
                <a:lnTo>
                  <a:pt x="1000646" y="0"/>
                </a:lnTo>
                <a:lnTo>
                  <a:pt x="1000646" y="1000646"/>
                </a:lnTo>
                <a:lnTo>
                  <a:pt x="0" y="100064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387494" y="3936113"/>
            <a:ext cx="953824" cy="972792"/>
          </a:xfrm>
          <a:custGeom>
            <a:avLst/>
            <a:gdLst/>
            <a:ahLst/>
            <a:cxnLst/>
            <a:rect r="r" b="b" t="t" l="l"/>
            <a:pathLst>
              <a:path h="972792" w="953824">
                <a:moveTo>
                  <a:pt x="0" y="0"/>
                </a:moveTo>
                <a:lnTo>
                  <a:pt x="953825" y="0"/>
                </a:lnTo>
                <a:lnTo>
                  <a:pt x="953825" y="972792"/>
                </a:lnTo>
                <a:lnTo>
                  <a:pt x="0" y="97279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31425" y="943375"/>
            <a:ext cx="1522515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7000">
                <a:solidFill>
                  <a:srgbClr val="1D0D00"/>
                </a:solidFill>
                <a:latin typeface="Arimo Bold"/>
                <a:ea typeface="Arimo Bold"/>
                <a:cs typeface="Arimo Bold"/>
                <a:sym typeface="Arimo Bold"/>
              </a:rPr>
              <a:t>What is the problem?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769752" y="5948008"/>
            <a:ext cx="5685652" cy="488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3"/>
              </a:lnSpc>
            </a:pPr>
            <a:r>
              <a:rPr lang="en-US" sz="2799">
                <a:solidFill>
                  <a:srgbClr val="1D0D00"/>
                </a:solidFill>
                <a:latin typeface="Questrial"/>
                <a:ea typeface="Questrial"/>
                <a:cs typeface="Questrial"/>
                <a:sym typeface="Questrial"/>
              </a:rPr>
              <a:t>Required labor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72912" y="5967058"/>
            <a:ext cx="6079096" cy="1009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7"/>
              </a:lnSpc>
            </a:pPr>
            <a:r>
              <a:rPr lang="en-US" sz="2969">
                <a:solidFill>
                  <a:srgbClr val="1D0D00"/>
                </a:solidFill>
                <a:latin typeface="Questrial"/>
                <a:ea typeface="Questrial"/>
                <a:cs typeface="Questrial"/>
                <a:sym typeface="Questrial"/>
              </a:rPr>
              <a:t>Lack of manpower during peak hours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99013" y="4929603"/>
            <a:ext cx="5826893" cy="833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3"/>
              </a:lnSpc>
            </a:pPr>
            <a:r>
              <a:rPr lang="en-US" b="true" sz="4800">
                <a:solidFill>
                  <a:srgbClr val="1D0D00"/>
                </a:solidFill>
                <a:latin typeface="Arimo Bold"/>
                <a:ea typeface="Arimo Bold"/>
                <a:cs typeface="Arimo Bold"/>
                <a:sym typeface="Arimo Bold"/>
              </a:rPr>
              <a:t>Slow Food Delivery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064003" y="5006710"/>
            <a:ext cx="5097150" cy="833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3"/>
              </a:lnSpc>
            </a:pPr>
            <a:r>
              <a:rPr lang="en-US" b="true" sz="4800">
                <a:solidFill>
                  <a:srgbClr val="1D0D00"/>
                </a:solidFill>
                <a:latin typeface="Arimo Bold"/>
                <a:ea typeface="Arimo Bold"/>
                <a:cs typeface="Arimo Bold"/>
                <a:sym typeface="Arimo Bold"/>
              </a:rPr>
              <a:t>Labor shortag</a:t>
            </a:r>
            <a:r>
              <a:rPr lang="en-US" b="true" sz="4800">
                <a:solidFill>
                  <a:srgbClr val="1D0D00"/>
                </a:solidFill>
                <a:latin typeface="Arimo Bold"/>
                <a:ea typeface="Arimo Bold"/>
                <a:cs typeface="Arimo Bold"/>
                <a:sym typeface="Arimo Bold"/>
              </a:rPr>
              <a:t>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83143" y="5636344"/>
            <a:ext cx="9396353" cy="7879770"/>
          </a:xfrm>
          <a:custGeom>
            <a:avLst/>
            <a:gdLst/>
            <a:ahLst/>
            <a:cxnLst/>
            <a:rect r="r" b="b" t="t" l="l"/>
            <a:pathLst>
              <a:path h="7879770" w="9396353">
                <a:moveTo>
                  <a:pt x="0" y="0"/>
                </a:moveTo>
                <a:lnTo>
                  <a:pt x="9396354" y="0"/>
                </a:lnTo>
                <a:lnTo>
                  <a:pt x="9396354" y="7879770"/>
                </a:lnTo>
                <a:lnTo>
                  <a:pt x="0" y="78797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584760" y="9493072"/>
            <a:ext cx="398396" cy="402158"/>
            <a:chOff x="0" y="0"/>
            <a:chExt cx="531195" cy="5362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1D0D00">
                <a:alpha val="12549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4518922" y="452312"/>
            <a:ext cx="271154" cy="542160"/>
            <a:chOff x="0" y="0"/>
            <a:chExt cx="361539" cy="722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16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6101926" y="9608858"/>
            <a:ext cx="514354" cy="390998"/>
          </a:xfrm>
          <a:custGeom>
            <a:avLst/>
            <a:gdLst/>
            <a:ahLst/>
            <a:cxnLst/>
            <a:rect r="r" b="b" t="t" l="l"/>
            <a:pathLst>
              <a:path h="390998" w="514354">
                <a:moveTo>
                  <a:pt x="0" y="0"/>
                </a:moveTo>
                <a:lnTo>
                  <a:pt x="514354" y="0"/>
                </a:lnTo>
                <a:lnTo>
                  <a:pt x="514354" y="390998"/>
                </a:lnTo>
                <a:lnTo>
                  <a:pt x="0" y="3909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333196" y="2462512"/>
            <a:ext cx="271154" cy="542160"/>
            <a:chOff x="0" y="0"/>
            <a:chExt cx="361539" cy="722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748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-3249067" y="-3358239"/>
            <a:ext cx="9350994" cy="8163280"/>
          </a:xfrm>
          <a:custGeom>
            <a:avLst/>
            <a:gdLst/>
            <a:ahLst/>
            <a:cxnLst/>
            <a:rect r="r" b="b" t="t" l="l"/>
            <a:pathLst>
              <a:path h="8163280" w="9350994">
                <a:moveTo>
                  <a:pt x="0" y="0"/>
                </a:moveTo>
                <a:lnTo>
                  <a:pt x="9350994" y="0"/>
                </a:lnTo>
                <a:lnTo>
                  <a:pt x="9350994" y="8163280"/>
                </a:lnTo>
                <a:lnTo>
                  <a:pt x="0" y="81632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" y="6478235"/>
            <a:ext cx="1131890" cy="2436864"/>
          </a:xfrm>
          <a:custGeom>
            <a:avLst/>
            <a:gdLst/>
            <a:ahLst/>
            <a:cxnLst/>
            <a:rect r="r" b="b" t="t" l="l"/>
            <a:pathLst>
              <a:path h="2436864" w="1131890">
                <a:moveTo>
                  <a:pt x="0" y="0"/>
                </a:moveTo>
                <a:lnTo>
                  <a:pt x="1131890" y="0"/>
                </a:lnTo>
                <a:lnTo>
                  <a:pt x="1131890" y="2436864"/>
                </a:lnTo>
                <a:lnTo>
                  <a:pt x="0" y="24368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709886" y="-283358"/>
            <a:ext cx="2465414" cy="1387558"/>
          </a:xfrm>
          <a:custGeom>
            <a:avLst/>
            <a:gdLst/>
            <a:ahLst/>
            <a:cxnLst/>
            <a:rect r="r" b="b" t="t" l="l"/>
            <a:pathLst>
              <a:path h="1387558" w="2465414">
                <a:moveTo>
                  <a:pt x="0" y="0"/>
                </a:moveTo>
                <a:lnTo>
                  <a:pt x="2465414" y="0"/>
                </a:lnTo>
                <a:lnTo>
                  <a:pt x="2465414" y="1387558"/>
                </a:lnTo>
                <a:lnTo>
                  <a:pt x="0" y="13875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964886" y="325454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321925" y="3946084"/>
            <a:ext cx="7644150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3200">
                <a:solidFill>
                  <a:srgbClr val="1D0D00"/>
                </a:solidFill>
                <a:latin typeface="Questrial"/>
                <a:ea typeface="Questrial"/>
                <a:cs typeface="Questrial"/>
                <a:sym typeface="Questrial"/>
              </a:rPr>
              <a:t>to serve a tray to a table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321925" y="2494396"/>
            <a:ext cx="7644150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b="true" sz="9000">
                <a:solidFill>
                  <a:srgbClr val="567AFB"/>
                </a:solidFill>
                <a:latin typeface="Arimo Bold"/>
                <a:ea typeface="Arimo Bold"/>
                <a:cs typeface="Arimo Bold"/>
                <a:sym typeface="Arimo Bold"/>
              </a:rPr>
              <a:t>~ 2 min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21925" y="5120463"/>
            <a:ext cx="7644150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b="true" sz="9000">
                <a:solidFill>
                  <a:srgbClr val="567AFB"/>
                </a:solidFill>
                <a:latin typeface="Arimo Bold"/>
                <a:ea typeface="Arimo Bold"/>
                <a:cs typeface="Arimo Bold"/>
                <a:sym typeface="Arimo Bold"/>
              </a:rPr>
              <a:t>1 tray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321925" y="6572151"/>
            <a:ext cx="7644150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3200">
                <a:solidFill>
                  <a:srgbClr val="1D0D00"/>
                </a:solidFill>
                <a:latin typeface="Questrial"/>
                <a:ea typeface="Questrial"/>
                <a:cs typeface="Questrial"/>
                <a:sym typeface="Questrial"/>
              </a:rPr>
              <a:t>at a time for a single waiter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2451928" y="3204944"/>
            <a:ext cx="143998" cy="143998"/>
          </a:xfrm>
          <a:custGeom>
            <a:avLst/>
            <a:gdLst/>
            <a:ahLst/>
            <a:cxnLst/>
            <a:rect r="r" b="b" t="t" l="l"/>
            <a:pathLst>
              <a:path h="143998" w="143998">
                <a:moveTo>
                  <a:pt x="0" y="0"/>
                </a:moveTo>
                <a:lnTo>
                  <a:pt x="143998" y="0"/>
                </a:lnTo>
                <a:lnTo>
                  <a:pt x="143998" y="143998"/>
                </a:lnTo>
                <a:lnTo>
                  <a:pt x="0" y="14399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4108310" y="2532496"/>
            <a:ext cx="398396" cy="402158"/>
            <a:chOff x="0" y="0"/>
            <a:chExt cx="531195" cy="53621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1D0D00">
                <a:alpha val="12549"/>
              </a:srgbClr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39937" y="5650950"/>
            <a:ext cx="9410397" cy="7575908"/>
          </a:xfrm>
          <a:custGeom>
            <a:avLst/>
            <a:gdLst/>
            <a:ahLst/>
            <a:cxnLst/>
            <a:rect r="r" b="b" t="t" l="l"/>
            <a:pathLst>
              <a:path h="7575908" w="9410397">
                <a:moveTo>
                  <a:pt x="0" y="0"/>
                </a:moveTo>
                <a:lnTo>
                  <a:pt x="9410398" y="0"/>
                </a:lnTo>
                <a:lnTo>
                  <a:pt x="9410398" y="7575908"/>
                </a:lnTo>
                <a:lnTo>
                  <a:pt x="0" y="75759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4552" y="9208012"/>
            <a:ext cx="871892" cy="871892"/>
          </a:xfrm>
          <a:custGeom>
            <a:avLst/>
            <a:gdLst/>
            <a:ahLst/>
            <a:cxnLst/>
            <a:rect r="r" b="b" t="t" l="l"/>
            <a:pathLst>
              <a:path h="871892" w="871892">
                <a:moveTo>
                  <a:pt x="0" y="0"/>
                </a:moveTo>
                <a:lnTo>
                  <a:pt x="871892" y="0"/>
                </a:lnTo>
                <a:lnTo>
                  <a:pt x="871892" y="871892"/>
                </a:lnTo>
                <a:lnTo>
                  <a:pt x="0" y="8718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61540" y="723304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85300" y="9141604"/>
            <a:ext cx="2465872" cy="1145398"/>
          </a:xfrm>
          <a:custGeom>
            <a:avLst/>
            <a:gdLst/>
            <a:ahLst/>
            <a:cxnLst/>
            <a:rect r="r" b="b" t="t" l="l"/>
            <a:pathLst>
              <a:path h="1145398" w="2465872">
                <a:moveTo>
                  <a:pt x="0" y="0"/>
                </a:moveTo>
                <a:lnTo>
                  <a:pt x="2465872" y="0"/>
                </a:lnTo>
                <a:lnTo>
                  <a:pt x="2465872" y="1145398"/>
                </a:lnTo>
                <a:lnTo>
                  <a:pt x="0" y="11453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5343" y="-1473719"/>
            <a:ext cx="1436748" cy="2552734"/>
          </a:xfrm>
          <a:custGeom>
            <a:avLst/>
            <a:gdLst/>
            <a:ahLst/>
            <a:cxnLst/>
            <a:rect r="r" b="b" t="t" l="l"/>
            <a:pathLst>
              <a:path h="2552734" w="1436748">
                <a:moveTo>
                  <a:pt x="0" y="0"/>
                </a:moveTo>
                <a:lnTo>
                  <a:pt x="1436748" y="0"/>
                </a:lnTo>
                <a:lnTo>
                  <a:pt x="1436748" y="2552734"/>
                </a:lnTo>
                <a:lnTo>
                  <a:pt x="0" y="255273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46090" y="9536454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17875" y="4399467"/>
            <a:ext cx="8913134" cy="3705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b="true" sz="12000">
                <a:solidFill>
                  <a:srgbClr val="567AFB"/>
                </a:solidFill>
                <a:latin typeface="Arimo Bold"/>
                <a:ea typeface="Arimo Bold"/>
                <a:cs typeface="Arimo Bold"/>
                <a:sym typeface="Arimo Bold"/>
              </a:rPr>
              <a:t>Proposed Solution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17875" y="2890575"/>
            <a:ext cx="3121350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b="true" sz="12000">
                <a:solidFill>
                  <a:srgbClr val="567AFB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965456" y="5635630"/>
            <a:ext cx="1264024" cy="1093442"/>
            <a:chOff x="0" y="0"/>
            <a:chExt cx="1685365" cy="14579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127"/>
              <a:ext cx="1685417" cy="1457833"/>
            </a:xfrm>
            <a:custGeom>
              <a:avLst/>
              <a:gdLst/>
              <a:ahLst/>
              <a:cxnLst/>
              <a:rect r="r" b="b" t="t" l="l"/>
              <a:pathLst>
                <a:path h="1457833" w="1685417">
                  <a:moveTo>
                    <a:pt x="845058" y="0"/>
                  </a:moveTo>
                  <a:lnTo>
                    <a:pt x="0" y="1457833"/>
                  </a:lnTo>
                  <a:lnTo>
                    <a:pt x="1685417" y="1457833"/>
                  </a:lnTo>
                  <a:lnTo>
                    <a:pt x="845058" y="0"/>
                  </a:lnTo>
                  <a:close/>
                </a:path>
              </a:pathLst>
            </a:custGeom>
            <a:solidFill>
              <a:srgbClr val="FFC748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0390420" y="4442213"/>
            <a:ext cx="6471585" cy="2286981"/>
          </a:xfrm>
          <a:custGeom>
            <a:avLst/>
            <a:gdLst/>
            <a:ahLst/>
            <a:cxnLst/>
            <a:rect r="r" b="b" t="t" l="l"/>
            <a:pathLst>
              <a:path h="2286981" w="6471585">
                <a:moveTo>
                  <a:pt x="0" y="0"/>
                </a:moveTo>
                <a:lnTo>
                  <a:pt x="6471586" y="0"/>
                </a:lnTo>
                <a:lnTo>
                  <a:pt x="6471586" y="2286982"/>
                </a:lnTo>
                <a:lnTo>
                  <a:pt x="0" y="228698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rot="10095">
            <a:off x="10341611" y="6729060"/>
            <a:ext cx="6487078" cy="0"/>
          </a:xfrm>
          <a:prstGeom prst="line">
            <a:avLst/>
          </a:prstGeom>
          <a:ln cap="rnd" w="9525">
            <a:solidFill>
              <a:srgbClr val="1D0D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0351160" y="3008022"/>
            <a:ext cx="398396" cy="402158"/>
            <a:chOff x="0" y="0"/>
            <a:chExt cx="531195" cy="5362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1D0D00">
                <a:alpha val="12549"/>
              </a:srgbClr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009654" y="8360094"/>
            <a:ext cx="143998" cy="143998"/>
          </a:xfrm>
          <a:custGeom>
            <a:avLst/>
            <a:gdLst/>
            <a:ahLst/>
            <a:cxnLst/>
            <a:rect r="r" b="b" t="t" l="l"/>
            <a:pathLst>
              <a:path h="143998" w="143998">
                <a:moveTo>
                  <a:pt x="0" y="0"/>
                </a:moveTo>
                <a:lnTo>
                  <a:pt x="143998" y="0"/>
                </a:lnTo>
                <a:lnTo>
                  <a:pt x="143998" y="143998"/>
                </a:lnTo>
                <a:lnTo>
                  <a:pt x="0" y="14399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-10800000">
            <a:off x="552822" y="2394562"/>
            <a:ext cx="271154" cy="542160"/>
            <a:chOff x="0" y="0"/>
            <a:chExt cx="361539" cy="7228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748"/>
            </a:solid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68960" y="9532322"/>
            <a:ext cx="398396" cy="402158"/>
            <a:chOff x="0" y="0"/>
            <a:chExt cx="531195" cy="5362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1D0D00">
                <a:alpha val="12549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93954" y="3929244"/>
            <a:ext cx="143998" cy="143998"/>
          </a:xfrm>
          <a:custGeom>
            <a:avLst/>
            <a:gdLst/>
            <a:ahLst/>
            <a:cxnLst/>
            <a:rect r="r" b="b" t="t" l="l"/>
            <a:pathLst>
              <a:path h="143998" w="143998">
                <a:moveTo>
                  <a:pt x="0" y="0"/>
                </a:moveTo>
                <a:lnTo>
                  <a:pt x="143998" y="0"/>
                </a:lnTo>
                <a:lnTo>
                  <a:pt x="143998" y="143998"/>
                </a:lnTo>
                <a:lnTo>
                  <a:pt x="0" y="1439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79554" y="-3574367"/>
            <a:ext cx="6678511" cy="9306718"/>
          </a:xfrm>
          <a:custGeom>
            <a:avLst/>
            <a:gdLst/>
            <a:ahLst/>
            <a:cxnLst/>
            <a:rect r="r" b="b" t="t" l="l"/>
            <a:pathLst>
              <a:path h="9306718" w="6678511">
                <a:moveTo>
                  <a:pt x="0" y="0"/>
                </a:moveTo>
                <a:lnTo>
                  <a:pt x="6678512" y="0"/>
                </a:lnTo>
                <a:lnTo>
                  <a:pt x="6678512" y="9306718"/>
                </a:lnTo>
                <a:lnTo>
                  <a:pt x="0" y="93067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129002" y="7112000"/>
            <a:ext cx="1177092" cy="2091460"/>
          </a:xfrm>
          <a:custGeom>
            <a:avLst/>
            <a:gdLst/>
            <a:ahLst/>
            <a:cxnLst/>
            <a:rect r="r" b="b" t="t" l="l"/>
            <a:pathLst>
              <a:path h="2091460" w="1177092">
                <a:moveTo>
                  <a:pt x="0" y="0"/>
                </a:moveTo>
                <a:lnTo>
                  <a:pt x="1177092" y="0"/>
                </a:lnTo>
                <a:lnTo>
                  <a:pt x="1177092" y="2091460"/>
                </a:lnTo>
                <a:lnTo>
                  <a:pt x="0" y="20914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" y="6749985"/>
            <a:ext cx="1131890" cy="2436864"/>
          </a:xfrm>
          <a:custGeom>
            <a:avLst/>
            <a:gdLst/>
            <a:ahLst/>
            <a:cxnLst/>
            <a:rect r="r" b="b" t="t" l="l"/>
            <a:pathLst>
              <a:path h="2436864" w="1131890">
                <a:moveTo>
                  <a:pt x="0" y="0"/>
                </a:moveTo>
                <a:lnTo>
                  <a:pt x="1131890" y="0"/>
                </a:lnTo>
                <a:lnTo>
                  <a:pt x="1131890" y="2436864"/>
                </a:lnTo>
                <a:lnTo>
                  <a:pt x="0" y="24368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570146" y="-3574367"/>
            <a:ext cx="6678511" cy="9306718"/>
          </a:xfrm>
          <a:custGeom>
            <a:avLst/>
            <a:gdLst/>
            <a:ahLst/>
            <a:cxnLst/>
            <a:rect r="r" b="b" t="t" l="l"/>
            <a:pathLst>
              <a:path h="9306718" w="6678511">
                <a:moveTo>
                  <a:pt x="0" y="0"/>
                </a:moveTo>
                <a:lnTo>
                  <a:pt x="6678512" y="0"/>
                </a:lnTo>
                <a:lnTo>
                  <a:pt x="6678512" y="9306718"/>
                </a:lnTo>
                <a:lnTo>
                  <a:pt x="0" y="930671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421836" y="5823724"/>
            <a:ext cx="143400" cy="143400"/>
            <a:chOff x="0" y="0"/>
            <a:chExt cx="191200" cy="1912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1262" cy="191262"/>
            </a:xfrm>
            <a:custGeom>
              <a:avLst/>
              <a:gdLst/>
              <a:ahLst/>
              <a:cxnLst/>
              <a:rect r="r" b="b" t="t" l="l"/>
              <a:pathLst>
                <a:path h="191262" w="191262">
                  <a:moveTo>
                    <a:pt x="0" y="95631"/>
                  </a:moveTo>
                  <a:cubicBezTo>
                    <a:pt x="0" y="42799"/>
                    <a:pt x="42799" y="0"/>
                    <a:pt x="95631" y="0"/>
                  </a:cubicBezTo>
                  <a:cubicBezTo>
                    <a:pt x="148463" y="0"/>
                    <a:pt x="191262" y="42799"/>
                    <a:pt x="191262" y="95631"/>
                  </a:cubicBezTo>
                  <a:cubicBezTo>
                    <a:pt x="191262" y="148463"/>
                    <a:pt x="148463" y="191262"/>
                    <a:pt x="95631" y="191262"/>
                  </a:cubicBezTo>
                  <a:cubicBezTo>
                    <a:pt x="42799" y="191262"/>
                    <a:pt x="0" y="148336"/>
                    <a:pt x="0" y="95631"/>
                  </a:cubicBezTo>
                  <a:close/>
                </a:path>
              </a:pathLst>
            </a:custGeom>
            <a:solidFill>
              <a:srgbClr val="667E9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429900" y="5766200"/>
            <a:ext cx="3357000" cy="304200"/>
            <a:chOff x="0" y="0"/>
            <a:chExt cx="4476000" cy="405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75988" cy="405638"/>
            </a:xfrm>
            <a:custGeom>
              <a:avLst/>
              <a:gdLst/>
              <a:ahLst/>
              <a:cxnLst/>
              <a:rect r="r" b="b" t="t" l="l"/>
              <a:pathLst>
                <a:path h="405638" w="4475988">
                  <a:moveTo>
                    <a:pt x="0" y="0"/>
                  </a:moveTo>
                  <a:lnTo>
                    <a:pt x="4475988" y="0"/>
                  </a:lnTo>
                  <a:lnTo>
                    <a:pt x="4475988" y="405638"/>
                  </a:lnTo>
                  <a:lnTo>
                    <a:pt x="0" y="405638"/>
                  </a:lnTo>
                  <a:close/>
                </a:path>
              </a:pathLst>
            </a:custGeom>
            <a:solidFill>
              <a:srgbClr val="567AFB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786994" y="5766200"/>
            <a:ext cx="3357000" cy="304200"/>
            <a:chOff x="0" y="0"/>
            <a:chExt cx="4476000" cy="405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75988" cy="405638"/>
            </a:xfrm>
            <a:custGeom>
              <a:avLst/>
              <a:gdLst/>
              <a:ahLst/>
              <a:cxnLst/>
              <a:rect r="r" b="b" t="t" l="l"/>
              <a:pathLst>
                <a:path h="405638" w="4475988">
                  <a:moveTo>
                    <a:pt x="0" y="0"/>
                  </a:moveTo>
                  <a:lnTo>
                    <a:pt x="4475988" y="0"/>
                  </a:lnTo>
                  <a:lnTo>
                    <a:pt x="4475988" y="405638"/>
                  </a:lnTo>
                  <a:lnTo>
                    <a:pt x="0" y="405638"/>
                  </a:lnTo>
                  <a:close/>
                </a:path>
              </a:pathLst>
            </a:custGeom>
            <a:solidFill>
              <a:srgbClr val="FD521C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38" y="5766200"/>
            <a:ext cx="3357000" cy="304200"/>
            <a:chOff x="0" y="0"/>
            <a:chExt cx="4476000" cy="405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75988" cy="405638"/>
            </a:xfrm>
            <a:custGeom>
              <a:avLst/>
              <a:gdLst/>
              <a:ahLst/>
              <a:cxnLst/>
              <a:rect r="r" b="b" t="t" l="l"/>
              <a:pathLst>
                <a:path h="405638" w="4475988">
                  <a:moveTo>
                    <a:pt x="0" y="0"/>
                  </a:moveTo>
                  <a:lnTo>
                    <a:pt x="4475988" y="0"/>
                  </a:lnTo>
                  <a:lnTo>
                    <a:pt x="4475988" y="405638"/>
                  </a:lnTo>
                  <a:lnTo>
                    <a:pt x="0" y="405638"/>
                  </a:lnTo>
                  <a:close/>
                </a:path>
              </a:pathLst>
            </a:custGeom>
            <a:solidFill>
              <a:srgbClr val="FF9116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501106" y="5766200"/>
            <a:ext cx="3357000" cy="304200"/>
            <a:chOff x="0" y="0"/>
            <a:chExt cx="4476000" cy="405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475988" cy="405638"/>
            </a:xfrm>
            <a:custGeom>
              <a:avLst/>
              <a:gdLst/>
              <a:ahLst/>
              <a:cxnLst/>
              <a:rect r="r" b="b" t="t" l="l"/>
              <a:pathLst>
                <a:path h="405638" w="4475988">
                  <a:moveTo>
                    <a:pt x="0" y="0"/>
                  </a:moveTo>
                  <a:lnTo>
                    <a:pt x="4475988" y="0"/>
                  </a:lnTo>
                  <a:lnTo>
                    <a:pt x="4475988" y="405638"/>
                  </a:lnTo>
                  <a:lnTo>
                    <a:pt x="0" y="405638"/>
                  </a:lnTo>
                  <a:close/>
                </a:path>
              </a:pathLst>
            </a:custGeom>
            <a:solidFill>
              <a:srgbClr val="FFC748"/>
            </a:solidFill>
          </p:spPr>
        </p:sp>
      </p:grpSp>
      <p:sp>
        <p:nvSpPr>
          <p:cNvPr name="AutoShape 19" id="19"/>
          <p:cNvSpPr/>
          <p:nvPr/>
        </p:nvSpPr>
        <p:spPr>
          <a:xfrm flipH="true" flipV="true">
            <a:off x="4108400" y="4984297"/>
            <a:ext cx="0" cy="781903"/>
          </a:xfrm>
          <a:prstGeom prst="line">
            <a:avLst/>
          </a:prstGeom>
          <a:ln cap="rnd" w="9525">
            <a:solidFill>
              <a:srgbClr val="1D0D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20" id="20"/>
          <p:cNvSpPr txBox="true"/>
          <p:nvPr/>
        </p:nvSpPr>
        <p:spPr>
          <a:xfrm rot="0">
            <a:off x="5418325" y="6747528"/>
            <a:ext cx="4103550" cy="833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3"/>
              </a:lnSpc>
            </a:pPr>
            <a:r>
              <a:rPr lang="en-US" b="true" sz="4800">
                <a:solidFill>
                  <a:srgbClr val="1D0D00"/>
                </a:solidFill>
                <a:latin typeface="Arimo Bold"/>
                <a:ea typeface="Arimo Bold"/>
                <a:cs typeface="Arimo Bold"/>
                <a:sym typeface="Arimo Bold"/>
              </a:rPr>
              <a:t>Step 2</a:t>
            </a:r>
          </a:p>
        </p:txBody>
      </p:sp>
      <p:sp>
        <p:nvSpPr>
          <p:cNvPr name="AutoShape 21" id="21"/>
          <p:cNvSpPr/>
          <p:nvPr/>
        </p:nvSpPr>
        <p:spPr>
          <a:xfrm flipH="true" flipV="true">
            <a:off x="7465494" y="6070400"/>
            <a:ext cx="4606" cy="781903"/>
          </a:xfrm>
          <a:prstGeom prst="line">
            <a:avLst/>
          </a:prstGeom>
          <a:ln cap="rnd" w="9525">
            <a:solidFill>
              <a:srgbClr val="1D0D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8770775" y="4151050"/>
            <a:ext cx="4103550" cy="833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3"/>
              </a:lnSpc>
            </a:pPr>
            <a:r>
              <a:rPr lang="en-US" b="true" sz="4800">
                <a:solidFill>
                  <a:srgbClr val="1D0D00"/>
                </a:solidFill>
                <a:latin typeface="Arimo Bold"/>
                <a:ea typeface="Arimo Bold"/>
                <a:cs typeface="Arimo Bold"/>
                <a:sym typeface="Arimo Bold"/>
              </a:rPr>
              <a:t>Step 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127825" y="6747528"/>
            <a:ext cx="4103550" cy="833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3"/>
              </a:lnSpc>
            </a:pPr>
            <a:r>
              <a:rPr lang="en-US" b="true" sz="4800">
                <a:solidFill>
                  <a:srgbClr val="1D0D00"/>
                </a:solidFill>
                <a:latin typeface="Arimo Bold"/>
                <a:ea typeface="Arimo Bold"/>
                <a:cs typeface="Arimo Bold"/>
                <a:sym typeface="Arimo Bold"/>
              </a:rPr>
              <a:t>Step 4</a:t>
            </a:r>
          </a:p>
        </p:txBody>
      </p:sp>
      <p:sp>
        <p:nvSpPr>
          <p:cNvPr name="AutoShape 24" id="24"/>
          <p:cNvSpPr/>
          <p:nvPr/>
        </p:nvSpPr>
        <p:spPr>
          <a:xfrm flipV="true">
            <a:off x="10822538" y="4984297"/>
            <a:ext cx="12" cy="781903"/>
          </a:xfrm>
          <a:prstGeom prst="line">
            <a:avLst/>
          </a:prstGeom>
          <a:ln cap="rnd" w="9525">
            <a:solidFill>
              <a:srgbClr val="1D0D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5" id="25"/>
          <p:cNvSpPr/>
          <p:nvPr/>
        </p:nvSpPr>
        <p:spPr>
          <a:xfrm flipV="true">
            <a:off x="14179600" y="6070400"/>
            <a:ext cx="6" cy="781903"/>
          </a:xfrm>
          <a:prstGeom prst="line">
            <a:avLst/>
          </a:prstGeom>
          <a:ln cap="rnd" w="9525">
            <a:solidFill>
              <a:srgbClr val="1D0D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1531425" y="943375"/>
            <a:ext cx="1522515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7000">
                <a:solidFill>
                  <a:srgbClr val="1D0D00"/>
                </a:solidFill>
                <a:latin typeface="Arimo Bold"/>
                <a:ea typeface="Arimo Bold"/>
                <a:cs typeface="Arimo Bold"/>
                <a:sym typeface="Arimo Bold"/>
              </a:rPr>
              <a:t>How it works </a:t>
            </a:r>
            <a:r>
              <a:rPr lang="en-US" b="true" sz="7000">
                <a:solidFill>
                  <a:srgbClr val="1D0D00"/>
                </a:solidFill>
                <a:latin typeface="Arimo Bold"/>
                <a:ea typeface="Arimo Bold"/>
                <a:cs typeface="Arimo Bold"/>
                <a:sym typeface="Arimo Bold"/>
              </a:rPr>
              <a:t>(Steps)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056625" y="4151050"/>
            <a:ext cx="4103550" cy="833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3"/>
              </a:lnSpc>
            </a:pPr>
            <a:r>
              <a:rPr lang="en-US" b="true" sz="4800">
                <a:solidFill>
                  <a:srgbClr val="1D0D00"/>
                </a:solidFill>
                <a:latin typeface="Arimo Bold"/>
                <a:ea typeface="Arimo Bold"/>
                <a:cs typeface="Arimo Bold"/>
                <a:sym typeface="Arimo Bold"/>
              </a:rPr>
              <a:t>Step 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056625" y="2748190"/>
            <a:ext cx="4103550" cy="1459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3"/>
              </a:lnSpc>
            </a:pPr>
            <a:r>
              <a:rPr lang="en-US" sz="2799">
                <a:solidFill>
                  <a:srgbClr val="1D0D00"/>
                </a:solidFill>
                <a:latin typeface="Questrial"/>
                <a:ea typeface="Questrial"/>
                <a:cs typeface="Questrial"/>
                <a:sym typeface="Questrial"/>
              </a:rPr>
              <a:t>Chef will select the which table for the robot waiter to serve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413679" y="7703698"/>
            <a:ext cx="4103550" cy="974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3"/>
              </a:lnSpc>
            </a:pPr>
            <a:r>
              <a:rPr lang="en-US" sz="2799">
                <a:solidFill>
                  <a:srgbClr val="1D0D00"/>
                </a:solidFill>
                <a:latin typeface="Questrial"/>
                <a:ea typeface="Questrial"/>
                <a:cs typeface="Questrial"/>
                <a:sym typeface="Questrial"/>
              </a:rPr>
              <a:t>The robot waiter will be send to that table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770779" y="2810142"/>
            <a:ext cx="4103550" cy="1459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3"/>
              </a:lnSpc>
            </a:pPr>
            <a:r>
              <a:rPr lang="en-US" sz="2799">
                <a:solidFill>
                  <a:srgbClr val="1D0D00"/>
                </a:solidFill>
                <a:latin typeface="Questrial"/>
                <a:ea typeface="Questrial"/>
                <a:cs typeface="Questrial"/>
                <a:sym typeface="Questrial"/>
              </a:rPr>
              <a:t>The robot hand will grab the food and place it onto the table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127829" y="7703698"/>
            <a:ext cx="4103550" cy="974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3"/>
              </a:lnSpc>
            </a:pPr>
            <a:r>
              <a:rPr lang="en-US" sz="2799">
                <a:solidFill>
                  <a:srgbClr val="1D0D00"/>
                </a:solidFill>
                <a:latin typeface="Questrial"/>
                <a:ea typeface="Questrial"/>
                <a:cs typeface="Questrial"/>
                <a:sym typeface="Questrial"/>
              </a:rPr>
              <a:t>The robot waiter move back to the starting point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983143" y="5636344"/>
            <a:ext cx="9396353" cy="7879770"/>
          </a:xfrm>
          <a:custGeom>
            <a:avLst/>
            <a:gdLst/>
            <a:ahLst/>
            <a:cxnLst/>
            <a:rect r="r" b="b" t="t" l="l"/>
            <a:pathLst>
              <a:path h="7879770" w="9396353">
                <a:moveTo>
                  <a:pt x="0" y="0"/>
                </a:moveTo>
                <a:lnTo>
                  <a:pt x="9396354" y="0"/>
                </a:lnTo>
                <a:lnTo>
                  <a:pt x="9396354" y="7879770"/>
                </a:lnTo>
                <a:lnTo>
                  <a:pt x="0" y="787977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584760" y="9493072"/>
            <a:ext cx="398396" cy="402158"/>
            <a:chOff x="0" y="0"/>
            <a:chExt cx="531195" cy="53621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1D0D00">
                <a:alpha val="12549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-10800000">
            <a:off x="4518922" y="452312"/>
            <a:ext cx="271154" cy="542160"/>
            <a:chOff x="0" y="0"/>
            <a:chExt cx="361539" cy="722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16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6101926" y="9608858"/>
            <a:ext cx="514354" cy="390998"/>
          </a:xfrm>
          <a:custGeom>
            <a:avLst/>
            <a:gdLst/>
            <a:ahLst/>
            <a:cxnLst/>
            <a:rect r="r" b="b" t="t" l="l"/>
            <a:pathLst>
              <a:path h="390998" w="514354">
                <a:moveTo>
                  <a:pt x="0" y="0"/>
                </a:moveTo>
                <a:lnTo>
                  <a:pt x="514354" y="0"/>
                </a:lnTo>
                <a:lnTo>
                  <a:pt x="514354" y="390998"/>
                </a:lnTo>
                <a:lnTo>
                  <a:pt x="0" y="3909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333196" y="2462512"/>
            <a:ext cx="271154" cy="542160"/>
            <a:chOff x="0" y="0"/>
            <a:chExt cx="361539" cy="722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748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-3249067" y="-3358239"/>
            <a:ext cx="9350994" cy="8163280"/>
          </a:xfrm>
          <a:custGeom>
            <a:avLst/>
            <a:gdLst/>
            <a:ahLst/>
            <a:cxnLst/>
            <a:rect r="r" b="b" t="t" l="l"/>
            <a:pathLst>
              <a:path h="8163280" w="9350994">
                <a:moveTo>
                  <a:pt x="0" y="0"/>
                </a:moveTo>
                <a:lnTo>
                  <a:pt x="9350994" y="0"/>
                </a:lnTo>
                <a:lnTo>
                  <a:pt x="9350994" y="8163280"/>
                </a:lnTo>
                <a:lnTo>
                  <a:pt x="0" y="81632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" y="6478235"/>
            <a:ext cx="1131890" cy="2436864"/>
          </a:xfrm>
          <a:custGeom>
            <a:avLst/>
            <a:gdLst/>
            <a:ahLst/>
            <a:cxnLst/>
            <a:rect r="r" b="b" t="t" l="l"/>
            <a:pathLst>
              <a:path h="2436864" w="1131890">
                <a:moveTo>
                  <a:pt x="0" y="0"/>
                </a:moveTo>
                <a:lnTo>
                  <a:pt x="1131890" y="0"/>
                </a:lnTo>
                <a:lnTo>
                  <a:pt x="1131890" y="2436864"/>
                </a:lnTo>
                <a:lnTo>
                  <a:pt x="0" y="24368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709886" y="-283358"/>
            <a:ext cx="2465414" cy="1387558"/>
          </a:xfrm>
          <a:custGeom>
            <a:avLst/>
            <a:gdLst/>
            <a:ahLst/>
            <a:cxnLst/>
            <a:rect r="r" b="b" t="t" l="l"/>
            <a:pathLst>
              <a:path h="1387558" w="2465414">
                <a:moveTo>
                  <a:pt x="0" y="0"/>
                </a:moveTo>
                <a:lnTo>
                  <a:pt x="2465414" y="0"/>
                </a:lnTo>
                <a:lnTo>
                  <a:pt x="2465414" y="1387558"/>
                </a:lnTo>
                <a:lnTo>
                  <a:pt x="0" y="13875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964886" y="325454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451928" y="3204944"/>
            <a:ext cx="143998" cy="143998"/>
          </a:xfrm>
          <a:custGeom>
            <a:avLst/>
            <a:gdLst/>
            <a:ahLst/>
            <a:cxnLst/>
            <a:rect r="r" b="b" t="t" l="l"/>
            <a:pathLst>
              <a:path h="143998" w="143998">
                <a:moveTo>
                  <a:pt x="0" y="0"/>
                </a:moveTo>
                <a:lnTo>
                  <a:pt x="143998" y="0"/>
                </a:lnTo>
                <a:lnTo>
                  <a:pt x="143998" y="143998"/>
                </a:lnTo>
                <a:lnTo>
                  <a:pt x="0" y="14399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4108310" y="2532496"/>
            <a:ext cx="398396" cy="402158"/>
            <a:chOff x="0" y="0"/>
            <a:chExt cx="531195" cy="5362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1D0D00">
                <a:alpha val="12549"/>
              </a:srgbClr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065736" y="3876100"/>
            <a:ext cx="7644150" cy="5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3200">
                <a:solidFill>
                  <a:srgbClr val="1D0D00"/>
                </a:solidFill>
                <a:latin typeface="Questrial"/>
                <a:ea typeface="Questrial"/>
                <a:cs typeface="Questrial"/>
                <a:sym typeface="Questrial"/>
              </a:rPr>
              <a:t>of manpower reduced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65736" y="2424412"/>
            <a:ext cx="7644150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b="true" sz="9000">
                <a:solidFill>
                  <a:srgbClr val="567AFB"/>
                </a:solidFill>
                <a:latin typeface="Arimo Bold"/>
                <a:ea typeface="Arimo Bold"/>
                <a:cs typeface="Arimo Bold"/>
                <a:sym typeface="Arimo Bold"/>
              </a:rPr>
              <a:t>~66%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65736" y="5077161"/>
            <a:ext cx="7644150" cy="140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b="true" sz="9000">
                <a:solidFill>
                  <a:srgbClr val="567AFB"/>
                </a:solidFill>
                <a:latin typeface="Arimo Bold"/>
                <a:ea typeface="Arimo Bold"/>
                <a:cs typeface="Arimo Bold"/>
                <a:sym typeface="Arimo Bold"/>
              </a:rPr>
              <a:t>up to 3 tray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065736" y="6451856"/>
            <a:ext cx="7644150" cy="10984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3200">
                <a:solidFill>
                  <a:srgbClr val="1D0D00"/>
                </a:solidFill>
                <a:latin typeface="Questrial"/>
                <a:ea typeface="Questrial"/>
                <a:cs typeface="Questrial"/>
                <a:sym typeface="Questrial"/>
              </a:rPr>
              <a:t>can be carried by Neural RRS instead of 1 tray by a waiter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669196" y="2587187"/>
            <a:ext cx="3859236" cy="4963092"/>
            <a:chOff x="0" y="0"/>
            <a:chExt cx="7192736" cy="925007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92645" cy="9250027"/>
            </a:xfrm>
            <a:custGeom>
              <a:avLst/>
              <a:gdLst/>
              <a:ahLst/>
              <a:cxnLst/>
              <a:rect r="r" b="b" t="t" l="l"/>
              <a:pathLst>
                <a:path h="9250027" w="7192645">
                  <a:moveTo>
                    <a:pt x="146431" y="0"/>
                  </a:moveTo>
                  <a:cubicBezTo>
                    <a:pt x="64389" y="0"/>
                    <a:pt x="0" y="62260"/>
                    <a:pt x="0" y="141555"/>
                  </a:cubicBezTo>
                  <a:lnTo>
                    <a:pt x="0" y="9108472"/>
                  </a:lnTo>
                  <a:cubicBezTo>
                    <a:pt x="0" y="9185607"/>
                    <a:pt x="64389" y="9250027"/>
                    <a:pt x="146431" y="9250027"/>
                  </a:cubicBezTo>
                  <a:lnTo>
                    <a:pt x="7046214" y="9250027"/>
                  </a:lnTo>
                  <a:cubicBezTo>
                    <a:pt x="7126097" y="9250027"/>
                    <a:pt x="7192645" y="9185607"/>
                    <a:pt x="7192645" y="9108472"/>
                  </a:cubicBezTo>
                  <a:lnTo>
                    <a:pt x="7192645" y="141555"/>
                  </a:lnTo>
                  <a:cubicBezTo>
                    <a:pt x="7192645" y="62260"/>
                    <a:pt x="7126097" y="0"/>
                    <a:pt x="7046214" y="0"/>
                  </a:cubicBezTo>
                  <a:close/>
                </a:path>
              </a:pathLst>
            </a:custGeom>
            <a:solidFill>
              <a:srgbClr val="567AFB"/>
            </a:solid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937832" y="2983938"/>
            <a:ext cx="3321962" cy="4171186"/>
          </a:xfrm>
          <a:custGeom>
            <a:avLst/>
            <a:gdLst/>
            <a:ahLst/>
            <a:cxnLst/>
            <a:rect r="r" b="b" t="t" l="l"/>
            <a:pathLst>
              <a:path h="4171186" w="3321962">
                <a:moveTo>
                  <a:pt x="0" y="0"/>
                </a:moveTo>
                <a:lnTo>
                  <a:pt x="3321963" y="0"/>
                </a:lnTo>
                <a:lnTo>
                  <a:pt x="3321963" y="4171186"/>
                </a:lnTo>
                <a:lnTo>
                  <a:pt x="0" y="417118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alphaModFix amt="85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9976" y="9168004"/>
            <a:ext cx="2465872" cy="1145398"/>
          </a:xfrm>
          <a:custGeom>
            <a:avLst/>
            <a:gdLst/>
            <a:ahLst/>
            <a:cxnLst/>
            <a:rect r="r" b="b" t="t" l="l"/>
            <a:pathLst>
              <a:path h="1145398" w="2465872">
                <a:moveTo>
                  <a:pt x="0" y="0"/>
                </a:moveTo>
                <a:lnTo>
                  <a:pt x="2465872" y="0"/>
                </a:lnTo>
                <a:lnTo>
                  <a:pt x="2465872" y="1145398"/>
                </a:lnTo>
                <a:lnTo>
                  <a:pt x="0" y="11453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462180" y="-2675021"/>
            <a:ext cx="6834221" cy="9337248"/>
          </a:xfrm>
          <a:custGeom>
            <a:avLst/>
            <a:gdLst/>
            <a:ahLst/>
            <a:cxnLst/>
            <a:rect r="r" b="b" t="t" l="l"/>
            <a:pathLst>
              <a:path h="9337248" w="6834221">
                <a:moveTo>
                  <a:pt x="0" y="0"/>
                </a:moveTo>
                <a:lnTo>
                  <a:pt x="6834220" y="0"/>
                </a:lnTo>
                <a:lnTo>
                  <a:pt x="6834220" y="9337248"/>
                </a:lnTo>
                <a:lnTo>
                  <a:pt x="0" y="933724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702696" y="-4728043"/>
            <a:ext cx="9384898" cy="7975117"/>
          </a:xfrm>
          <a:custGeom>
            <a:avLst/>
            <a:gdLst/>
            <a:ahLst/>
            <a:cxnLst/>
            <a:rect r="r" b="b" t="t" l="l"/>
            <a:pathLst>
              <a:path h="7975117" w="9384898">
                <a:moveTo>
                  <a:pt x="0" y="0"/>
                </a:moveTo>
                <a:lnTo>
                  <a:pt x="9384898" y="0"/>
                </a:lnTo>
                <a:lnTo>
                  <a:pt x="9384898" y="7975116"/>
                </a:lnTo>
                <a:lnTo>
                  <a:pt x="0" y="797511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1982184" y="9173672"/>
            <a:ext cx="398396" cy="402158"/>
            <a:chOff x="0" y="0"/>
            <a:chExt cx="531195" cy="5362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1D0D00">
                <a:alpha val="12549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-10800000">
            <a:off x="17332646" y="9288588"/>
            <a:ext cx="271154" cy="542160"/>
            <a:chOff x="0" y="0"/>
            <a:chExt cx="361539" cy="7228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B8A5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5427190" y="9207978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98826" y="8905116"/>
            <a:ext cx="330806" cy="383474"/>
            <a:chOff x="0" y="0"/>
            <a:chExt cx="441075" cy="5112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27" y="127"/>
              <a:ext cx="440690" cy="511048"/>
            </a:xfrm>
            <a:custGeom>
              <a:avLst/>
              <a:gdLst/>
              <a:ahLst/>
              <a:cxnLst/>
              <a:rect r="r" b="b" t="t" l="l"/>
              <a:pathLst>
                <a:path h="511048" w="440690">
                  <a:moveTo>
                    <a:pt x="0" y="0"/>
                  </a:moveTo>
                  <a:lnTo>
                    <a:pt x="0" y="511048"/>
                  </a:lnTo>
                  <a:lnTo>
                    <a:pt x="440690" y="2555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16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7603778" y="3603794"/>
            <a:ext cx="143998" cy="143998"/>
          </a:xfrm>
          <a:custGeom>
            <a:avLst/>
            <a:gdLst/>
            <a:ahLst/>
            <a:cxnLst/>
            <a:rect r="r" b="b" t="t" l="l"/>
            <a:pathLst>
              <a:path h="143998" w="143998">
                <a:moveTo>
                  <a:pt x="0" y="0"/>
                </a:moveTo>
                <a:lnTo>
                  <a:pt x="143998" y="0"/>
                </a:lnTo>
                <a:lnTo>
                  <a:pt x="143998" y="143998"/>
                </a:lnTo>
                <a:lnTo>
                  <a:pt x="0" y="1439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31425" y="943375"/>
            <a:ext cx="1522515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7000">
                <a:solidFill>
                  <a:srgbClr val="1D0D00"/>
                </a:solidFill>
                <a:latin typeface="Arimo Bold"/>
                <a:ea typeface="Arimo Bold"/>
                <a:cs typeface="Arimo Bold"/>
                <a:sym typeface="Arimo Bold"/>
              </a:rPr>
              <a:t>Why Our Solution?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46137" y="6080937"/>
            <a:ext cx="6432852" cy="974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3"/>
              </a:lnSpc>
            </a:pPr>
            <a:r>
              <a:rPr lang="en-US" sz="2799">
                <a:solidFill>
                  <a:srgbClr val="1D0D00"/>
                </a:solidFill>
                <a:latin typeface="Questrial"/>
                <a:ea typeface="Questrial"/>
                <a:cs typeface="Questrial"/>
                <a:sym typeface="Questrial"/>
              </a:rPr>
              <a:t>Designed to reduce the labour needed for serving food repetatively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09011" y="5361237"/>
            <a:ext cx="5826893" cy="1525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7"/>
              </a:lnSpc>
            </a:pPr>
            <a:r>
              <a:rPr lang="en-US" sz="2969">
                <a:solidFill>
                  <a:srgbClr val="1D0D00"/>
                </a:solidFill>
                <a:latin typeface="Questrial"/>
                <a:ea typeface="Questrial"/>
                <a:cs typeface="Questrial"/>
                <a:sym typeface="Questrial"/>
              </a:rPr>
              <a:t>A robotic car for food delivering and robotics arm for handling grabbing food.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09011" y="4305174"/>
            <a:ext cx="5826893" cy="833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3"/>
              </a:lnSpc>
            </a:pPr>
            <a:r>
              <a:rPr lang="en-US" b="true" sz="4800">
                <a:solidFill>
                  <a:srgbClr val="1D0D00"/>
                </a:solidFill>
                <a:latin typeface="Arimo Bold"/>
                <a:ea typeface="Arimo Bold"/>
                <a:cs typeface="Arimo Bold"/>
                <a:sym typeface="Arimo Bold"/>
              </a:rPr>
              <a:t>Reduce Manpower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366291" y="4407936"/>
            <a:ext cx="6392543" cy="151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2"/>
              </a:lnSpc>
            </a:pPr>
            <a:r>
              <a:rPr lang="en-US" b="true" sz="4400">
                <a:solidFill>
                  <a:srgbClr val="1D0D00"/>
                </a:solidFill>
                <a:latin typeface="Arimo Bold"/>
                <a:ea typeface="Arimo Bold"/>
                <a:cs typeface="Arimo Bold"/>
                <a:sym typeface="Arimo Bold"/>
              </a:rPr>
              <a:t>Suitable for Repetitive Task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897293" y="3231846"/>
            <a:ext cx="1050329" cy="1050329"/>
          </a:xfrm>
          <a:custGeom>
            <a:avLst/>
            <a:gdLst/>
            <a:ahLst/>
            <a:cxnLst/>
            <a:rect r="r" b="b" t="t" l="l"/>
            <a:pathLst>
              <a:path h="1050329" w="1050329">
                <a:moveTo>
                  <a:pt x="0" y="0"/>
                </a:moveTo>
                <a:lnTo>
                  <a:pt x="1050329" y="0"/>
                </a:lnTo>
                <a:lnTo>
                  <a:pt x="1050329" y="1050330"/>
                </a:lnTo>
                <a:lnTo>
                  <a:pt x="0" y="105033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061409" y="3231846"/>
            <a:ext cx="1058822" cy="1050329"/>
          </a:xfrm>
          <a:custGeom>
            <a:avLst/>
            <a:gdLst/>
            <a:ahLst/>
            <a:cxnLst/>
            <a:rect r="r" b="b" t="t" l="l"/>
            <a:pathLst>
              <a:path h="1050329" w="1058822">
                <a:moveTo>
                  <a:pt x="0" y="0"/>
                </a:moveTo>
                <a:lnTo>
                  <a:pt x="1058822" y="0"/>
                </a:lnTo>
                <a:lnTo>
                  <a:pt x="1058822" y="1050330"/>
                </a:lnTo>
                <a:lnTo>
                  <a:pt x="0" y="105033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39937" y="5650950"/>
            <a:ext cx="9410397" cy="7575908"/>
          </a:xfrm>
          <a:custGeom>
            <a:avLst/>
            <a:gdLst/>
            <a:ahLst/>
            <a:cxnLst/>
            <a:rect r="r" b="b" t="t" l="l"/>
            <a:pathLst>
              <a:path h="7575908" w="9410397">
                <a:moveTo>
                  <a:pt x="0" y="0"/>
                </a:moveTo>
                <a:lnTo>
                  <a:pt x="9410398" y="0"/>
                </a:lnTo>
                <a:lnTo>
                  <a:pt x="9410398" y="7575908"/>
                </a:lnTo>
                <a:lnTo>
                  <a:pt x="0" y="75759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4552" y="9208012"/>
            <a:ext cx="871892" cy="871892"/>
          </a:xfrm>
          <a:custGeom>
            <a:avLst/>
            <a:gdLst/>
            <a:ahLst/>
            <a:cxnLst/>
            <a:rect r="r" b="b" t="t" l="l"/>
            <a:pathLst>
              <a:path h="871892" w="871892">
                <a:moveTo>
                  <a:pt x="0" y="0"/>
                </a:moveTo>
                <a:lnTo>
                  <a:pt x="871892" y="0"/>
                </a:lnTo>
                <a:lnTo>
                  <a:pt x="871892" y="871892"/>
                </a:lnTo>
                <a:lnTo>
                  <a:pt x="0" y="8718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61540" y="723304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85300" y="9141604"/>
            <a:ext cx="2465872" cy="1145398"/>
          </a:xfrm>
          <a:custGeom>
            <a:avLst/>
            <a:gdLst/>
            <a:ahLst/>
            <a:cxnLst/>
            <a:rect r="r" b="b" t="t" l="l"/>
            <a:pathLst>
              <a:path h="1145398" w="2465872">
                <a:moveTo>
                  <a:pt x="0" y="0"/>
                </a:moveTo>
                <a:lnTo>
                  <a:pt x="2465872" y="0"/>
                </a:lnTo>
                <a:lnTo>
                  <a:pt x="2465872" y="1145398"/>
                </a:lnTo>
                <a:lnTo>
                  <a:pt x="0" y="11453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5343" y="-1473719"/>
            <a:ext cx="1436748" cy="2552734"/>
          </a:xfrm>
          <a:custGeom>
            <a:avLst/>
            <a:gdLst/>
            <a:ahLst/>
            <a:cxnLst/>
            <a:rect r="r" b="b" t="t" l="l"/>
            <a:pathLst>
              <a:path h="2552734" w="1436748">
                <a:moveTo>
                  <a:pt x="0" y="0"/>
                </a:moveTo>
                <a:lnTo>
                  <a:pt x="1436748" y="0"/>
                </a:lnTo>
                <a:lnTo>
                  <a:pt x="1436748" y="2552734"/>
                </a:lnTo>
                <a:lnTo>
                  <a:pt x="0" y="255273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46090" y="9536454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17875" y="4399467"/>
            <a:ext cx="8913134" cy="3705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2000" b="true">
                <a:solidFill>
                  <a:srgbClr val="567AFB"/>
                </a:solidFill>
                <a:latin typeface="Arimo Bold"/>
                <a:ea typeface="Arimo Bold"/>
                <a:cs typeface="Arimo Bold"/>
                <a:sym typeface="Arimo Bold"/>
              </a:rPr>
              <a:t>Market </a:t>
            </a:r>
          </a:p>
          <a:p>
            <a:pPr algn="l">
              <a:lnSpc>
                <a:spcPts val="14400"/>
              </a:lnSpc>
            </a:pPr>
            <a:r>
              <a:rPr lang="en-US" b="true" sz="12000">
                <a:solidFill>
                  <a:srgbClr val="567AFB"/>
                </a:solidFill>
                <a:latin typeface="Arimo Bold"/>
                <a:ea typeface="Arimo Bold"/>
                <a:cs typeface="Arimo Bold"/>
                <a:sym typeface="Arimo Bold"/>
              </a:rPr>
              <a:t>Size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17875" y="2890575"/>
            <a:ext cx="3121350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b="true" sz="12000">
                <a:solidFill>
                  <a:srgbClr val="567AFB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965456" y="5635630"/>
            <a:ext cx="1264024" cy="1093442"/>
            <a:chOff x="0" y="0"/>
            <a:chExt cx="1685365" cy="14579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127"/>
              <a:ext cx="1685417" cy="1457833"/>
            </a:xfrm>
            <a:custGeom>
              <a:avLst/>
              <a:gdLst/>
              <a:ahLst/>
              <a:cxnLst/>
              <a:rect r="r" b="b" t="t" l="l"/>
              <a:pathLst>
                <a:path h="1457833" w="1685417">
                  <a:moveTo>
                    <a:pt x="845058" y="0"/>
                  </a:moveTo>
                  <a:lnTo>
                    <a:pt x="0" y="1457833"/>
                  </a:lnTo>
                  <a:lnTo>
                    <a:pt x="1685417" y="1457833"/>
                  </a:lnTo>
                  <a:lnTo>
                    <a:pt x="845058" y="0"/>
                  </a:lnTo>
                  <a:close/>
                </a:path>
              </a:pathLst>
            </a:custGeom>
            <a:solidFill>
              <a:srgbClr val="FFC748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0390420" y="4442213"/>
            <a:ext cx="6471585" cy="2286981"/>
          </a:xfrm>
          <a:custGeom>
            <a:avLst/>
            <a:gdLst/>
            <a:ahLst/>
            <a:cxnLst/>
            <a:rect r="r" b="b" t="t" l="l"/>
            <a:pathLst>
              <a:path h="2286981" w="6471585">
                <a:moveTo>
                  <a:pt x="0" y="0"/>
                </a:moveTo>
                <a:lnTo>
                  <a:pt x="6471586" y="0"/>
                </a:lnTo>
                <a:lnTo>
                  <a:pt x="6471586" y="2286982"/>
                </a:lnTo>
                <a:lnTo>
                  <a:pt x="0" y="228698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rot="10095">
            <a:off x="10341611" y="6729060"/>
            <a:ext cx="6487078" cy="0"/>
          </a:xfrm>
          <a:prstGeom prst="line">
            <a:avLst/>
          </a:prstGeom>
          <a:ln cap="rnd" w="9525">
            <a:solidFill>
              <a:srgbClr val="1D0D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0351160" y="3008022"/>
            <a:ext cx="398396" cy="402158"/>
            <a:chOff x="0" y="0"/>
            <a:chExt cx="531195" cy="5362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1D0D00">
                <a:alpha val="12549"/>
              </a:srgbClr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009654" y="8360094"/>
            <a:ext cx="143998" cy="143998"/>
          </a:xfrm>
          <a:custGeom>
            <a:avLst/>
            <a:gdLst/>
            <a:ahLst/>
            <a:cxnLst/>
            <a:rect r="r" b="b" t="t" l="l"/>
            <a:pathLst>
              <a:path h="143998" w="143998">
                <a:moveTo>
                  <a:pt x="0" y="0"/>
                </a:moveTo>
                <a:lnTo>
                  <a:pt x="143998" y="0"/>
                </a:lnTo>
                <a:lnTo>
                  <a:pt x="143998" y="143998"/>
                </a:lnTo>
                <a:lnTo>
                  <a:pt x="0" y="14399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-10800000">
            <a:off x="552822" y="2394562"/>
            <a:ext cx="271154" cy="542160"/>
            <a:chOff x="0" y="0"/>
            <a:chExt cx="361539" cy="7228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748"/>
            </a:solid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46750" y="681800"/>
            <a:ext cx="424680" cy="794398"/>
          </a:xfrm>
          <a:custGeom>
            <a:avLst/>
            <a:gdLst/>
            <a:ahLst/>
            <a:cxnLst/>
            <a:rect r="r" b="b" t="t" l="l"/>
            <a:pathLst>
              <a:path h="794398" w="424680">
                <a:moveTo>
                  <a:pt x="0" y="0"/>
                </a:moveTo>
                <a:lnTo>
                  <a:pt x="424680" y="0"/>
                </a:lnTo>
                <a:lnTo>
                  <a:pt x="424680" y="794398"/>
                </a:lnTo>
                <a:lnTo>
                  <a:pt x="0" y="7943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0502" y="6718436"/>
            <a:ext cx="871892" cy="871892"/>
          </a:xfrm>
          <a:custGeom>
            <a:avLst/>
            <a:gdLst/>
            <a:ahLst/>
            <a:cxnLst/>
            <a:rect r="r" b="b" t="t" l="l"/>
            <a:pathLst>
              <a:path h="871892" w="871892">
                <a:moveTo>
                  <a:pt x="0" y="0"/>
                </a:moveTo>
                <a:lnTo>
                  <a:pt x="871892" y="0"/>
                </a:lnTo>
                <a:lnTo>
                  <a:pt x="871892" y="871892"/>
                </a:lnTo>
                <a:lnTo>
                  <a:pt x="0" y="8718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37504" y="681794"/>
            <a:ext cx="143998" cy="143998"/>
          </a:xfrm>
          <a:custGeom>
            <a:avLst/>
            <a:gdLst/>
            <a:ahLst/>
            <a:cxnLst/>
            <a:rect r="r" b="b" t="t" l="l"/>
            <a:pathLst>
              <a:path h="143998" w="143998">
                <a:moveTo>
                  <a:pt x="0" y="0"/>
                </a:moveTo>
                <a:lnTo>
                  <a:pt x="143998" y="0"/>
                </a:lnTo>
                <a:lnTo>
                  <a:pt x="143998" y="143998"/>
                </a:lnTo>
                <a:lnTo>
                  <a:pt x="0" y="1439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156101" y="1223935"/>
            <a:ext cx="1131890" cy="2436864"/>
          </a:xfrm>
          <a:custGeom>
            <a:avLst/>
            <a:gdLst/>
            <a:ahLst/>
            <a:cxnLst/>
            <a:rect r="r" b="b" t="t" l="l"/>
            <a:pathLst>
              <a:path h="2436864" w="1131890">
                <a:moveTo>
                  <a:pt x="0" y="0"/>
                </a:moveTo>
                <a:lnTo>
                  <a:pt x="1131890" y="0"/>
                </a:lnTo>
                <a:lnTo>
                  <a:pt x="1131890" y="2436864"/>
                </a:lnTo>
                <a:lnTo>
                  <a:pt x="0" y="24368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11358" y="7169816"/>
            <a:ext cx="1637808" cy="2910060"/>
          </a:xfrm>
          <a:custGeom>
            <a:avLst/>
            <a:gdLst/>
            <a:ahLst/>
            <a:cxnLst/>
            <a:rect r="r" b="b" t="t" l="l"/>
            <a:pathLst>
              <a:path h="2910060" w="1637808">
                <a:moveTo>
                  <a:pt x="0" y="0"/>
                </a:moveTo>
                <a:lnTo>
                  <a:pt x="1637808" y="0"/>
                </a:lnTo>
                <a:lnTo>
                  <a:pt x="1637808" y="2910060"/>
                </a:lnTo>
                <a:lnTo>
                  <a:pt x="0" y="291006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580354" y="681794"/>
            <a:ext cx="143998" cy="143998"/>
          </a:xfrm>
          <a:custGeom>
            <a:avLst/>
            <a:gdLst/>
            <a:ahLst/>
            <a:cxnLst/>
            <a:rect r="r" b="b" t="t" l="l"/>
            <a:pathLst>
              <a:path h="143998" w="143998">
                <a:moveTo>
                  <a:pt x="0" y="0"/>
                </a:moveTo>
                <a:lnTo>
                  <a:pt x="143998" y="0"/>
                </a:lnTo>
                <a:lnTo>
                  <a:pt x="143998" y="143998"/>
                </a:lnTo>
                <a:lnTo>
                  <a:pt x="0" y="14399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650054" y="9692944"/>
            <a:ext cx="143998" cy="143998"/>
          </a:xfrm>
          <a:custGeom>
            <a:avLst/>
            <a:gdLst/>
            <a:ahLst/>
            <a:cxnLst/>
            <a:rect r="r" b="b" t="t" l="l"/>
            <a:pathLst>
              <a:path h="143998" w="143998">
                <a:moveTo>
                  <a:pt x="0" y="0"/>
                </a:moveTo>
                <a:lnTo>
                  <a:pt x="143998" y="0"/>
                </a:lnTo>
                <a:lnTo>
                  <a:pt x="143998" y="143998"/>
                </a:lnTo>
                <a:lnTo>
                  <a:pt x="0" y="14399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-10800000">
            <a:off x="9008322" y="9207988"/>
            <a:ext cx="271154" cy="542160"/>
            <a:chOff x="0" y="0"/>
            <a:chExt cx="361539" cy="722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74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19372" y="681812"/>
            <a:ext cx="271154" cy="542160"/>
            <a:chOff x="0" y="0"/>
            <a:chExt cx="361539" cy="722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B8A5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0756100" y="4929025"/>
            <a:ext cx="9391730" cy="7918835"/>
          </a:xfrm>
          <a:custGeom>
            <a:avLst/>
            <a:gdLst/>
            <a:ahLst/>
            <a:cxnLst/>
            <a:rect r="r" b="b" t="t" l="l"/>
            <a:pathLst>
              <a:path h="7918835" w="9391730">
                <a:moveTo>
                  <a:pt x="0" y="0"/>
                </a:moveTo>
                <a:lnTo>
                  <a:pt x="9391730" y="0"/>
                </a:lnTo>
                <a:lnTo>
                  <a:pt x="9391730" y="7918834"/>
                </a:lnTo>
                <a:lnTo>
                  <a:pt x="0" y="791883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1566267" y="-3002639"/>
            <a:ext cx="9350994" cy="8163280"/>
          </a:xfrm>
          <a:custGeom>
            <a:avLst/>
            <a:gdLst/>
            <a:ahLst/>
            <a:cxnLst/>
            <a:rect r="r" b="b" t="t" l="l"/>
            <a:pathLst>
              <a:path h="8163280" w="9350994">
                <a:moveTo>
                  <a:pt x="0" y="0"/>
                </a:moveTo>
                <a:lnTo>
                  <a:pt x="9350994" y="0"/>
                </a:lnTo>
                <a:lnTo>
                  <a:pt x="9350994" y="8163280"/>
                </a:lnTo>
                <a:lnTo>
                  <a:pt x="0" y="816328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3212310" y="2050296"/>
            <a:ext cx="398396" cy="402158"/>
            <a:chOff x="0" y="0"/>
            <a:chExt cx="531195" cy="5362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1D0D00">
                <a:alpha val="12549"/>
              </a:srgbClr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940701" y="1865019"/>
            <a:ext cx="3443645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TAM - $4.2B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940701" y="4088920"/>
            <a:ext cx="3697446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SAM - $1.6B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79747" y="5934025"/>
            <a:ext cx="3455194" cy="84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48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SOM - $16M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940701" y="2790849"/>
            <a:ext cx="6080384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Total global restaurant service robotics market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979747" y="4895401"/>
            <a:ext cx="6080384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Total Asia Pacific restaurant service robotics market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008322" y="6999954"/>
            <a:ext cx="6080384" cy="86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Capture 1% of the resturant robotics market within Asia Pacific.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297315" y="2249768"/>
            <a:ext cx="5962717" cy="6391108"/>
            <a:chOff x="0" y="0"/>
            <a:chExt cx="7950290" cy="8521477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3443950" y="7985267"/>
              <a:ext cx="531195" cy="536211"/>
              <a:chOff x="0" y="0"/>
              <a:chExt cx="531195" cy="536211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127" y="127"/>
                <a:ext cx="531114" cy="536067"/>
              </a:xfrm>
              <a:custGeom>
                <a:avLst/>
                <a:gdLst/>
                <a:ahLst/>
                <a:cxnLst/>
                <a:rect r="r" b="b" t="t" l="l"/>
                <a:pathLst>
                  <a:path h="536067" w="531114">
                    <a:moveTo>
                      <a:pt x="265557" y="29972"/>
                    </a:moveTo>
                    <a:lnTo>
                      <a:pt x="505968" y="270510"/>
                    </a:lnTo>
                    <a:lnTo>
                      <a:pt x="265557" y="505968"/>
                    </a:lnTo>
                    <a:lnTo>
                      <a:pt x="29972" y="270510"/>
                    </a:lnTo>
                    <a:lnTo>
                      <a:pt x="265557" y="29972"/>
                    </a:lnTo>
                    <a:close/>
                    <a:moveTo>
                      <a:pt x="265557" y="0"/>
                    </a:moveTo>
                    <a:lnTo>
                      <a:pt x="0" y="270510"/>
                    </a:lnTo>
                    <a:lnTo>
                      <a:pt x="265557" y="536067"/>
                    </a:lnTo>
                    <a:lnTo>
                      <a:pt x="531114" y="270510"/>
                    </a:lnTo>
                    <a:lnTo>
                      <a:pt x="265557" y="0"/>
                    </a:lnTo>
                    <a:close/>
                  </a:path>
                </a:pathLst>
              </a:custGeom>
              <a:solidFill>
                <a:srgbClr val="1D0D00">
                  <a:alpha val="12549"/>
                </a:srgbClr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0"/>
              <a:ext cx="7950290" cy="7985267"/>
              <a:chOff x="0" y="0"/>
              <a:chExt cx="80924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0924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09240">
                    <a:moveTo>
                      <a:pt x="404620" y="0"/>
                    </a:moveTo>
                    <a:cubicBezTo>
                      <a:pt x="181154" y="0"/>
                      <a:pt x="0" y="181951"/>
                      <a:pt x="0" y="406400"/>
                    </a:cubicBezTo>
                    <a:cubicBezTo>
                      <a:pt x="0" y="630849"/>
                      <a:pt x="181154" y="812800"/>
                      <a:pt x="404620" y="812800"/>
                    </a:cubicBezTo>
                    <a:cubicBezTo>
                      <a:pt x="628085" y="812800"/>
                      <a:pt x="809240" y="630849"/>
                      <a:pt x="809240" y="406400"/>
                    </a:cubicBezTo>
                    <a:cubicBezTo>
                      <a:pt x="809240" y="181951"/>
                      <a:pt x="628085" y="0"/>
                      <a:pt x="404620" y="0"/>
                    </a:cubicBezTo>
                    <a:close/>
                  </a:path>
                </a:pathLst>
              </a:custGeom>
              <a:solidFill>
                <a:srgbClr val="FFC748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75866" y="38100"/>
                <a:ext cx="657507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142219" y="1229001"/>
              <a:ext cx="5527264" cy="5527264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9116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2" id="32"/>
            <p:cNvGrpSpPr/>
            <p:nvPr/>
          </p:nvGrpSpPr>
          <p:grpSpPr>
            <a:xfrm rot="0">
              <a:off x="2413413" y="2451471"/>
              <a:ext cx="2928647" cy="2928647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D521C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3057252" y="3441665"/>
              <a:ext cx="1697196" cy="997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60"/>
                </a:lnSpc>
              </a:pPr>
              <a:r>
                <a:rPr lang="en-US" sz="44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SOM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3147343" y="5387831"/>
              <a:ext cx="1655604" cy="997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60"/>
                </a:lnSpc>
              </a:pPr>
              <a:r>
                <a:rPr lang="en-US" sz="44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SAM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3195841" y="6833612"/>
              <a:ext cx="1558607" cy="9971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60"/>
                </a:lnSpc>
              </a:pPr>
              <a:r>
                <a:rPr lang="en-US" sz="4400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TAM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2834156" y="9588076"/>
            <a:ext cx="4724876" cy="28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source : </a:t>
            </a:r>
            <a:r>
              <a:rPr lang="en-US" sz="1650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21" tooltip="https://marketintelo.com/report/restaurant-robotics-market"/>
              </a:rPr>
              <a:t>Restaurant Service Robot Market Size</a:t>
            </a:r>
            <a:r>
              <a:rPr lang="en-US" sz="1650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22" tooltip="https://www.grandviewresearch.com/industry-analysis/food-robotics-market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39937" y="5650950"/>
            <a:ext cx="9410397" cy="7575908"/>
          </a:xfrm>
          <a:custGeom>
            <a:avLst/>
            <a:gdLst/>
            <a:ahLst/>
            <a:cxnLst/>
            <a:rect r="r" b="b" t="t" l="l"/>
            <a:pathLst>
              <a:path h="7575908" w="9410397">
                <a:moveTo>
                  <a:pt x="0" y="0"/>
                </a:moveTo>
                <a:lnTo>
                  <a:pt x="9410398" y="0"/>
                </a:lnTo>
                <a:lnTo>
                  <a:pt x="9410398" y="7575908"/>
                </a:lnTo>
                <a:lnTo>
                  <a:pt x="0" y="75759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4552" y="9208012"/>
            <a:ext cx="871892" cy="871892"/>
          </a:xfrm>
          <a:custGeom>
            <a:avLst/>
            <a:gdLst/>
            <a:ahLst/>
            <a:cxnLst/>
            <a:rect r="r" b="b" t="t" l="l"/>
            <a:pathLst>
              <a:path h="871892" w="871892">
                <a:moveTo>
                  <a:pt x="0" y="0"/>
                </a:moveTo>
                <a:lnTo>
                  <a:pt x="871892" y="0"/>
                </a:lnTo>
                <a:lnTo>
                  <a:pt x="871892" y="871892"/>
                </a:lnTo>
                <a:lnTo>
                  <a:pt x="0" y="8718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61540" y="723304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85300" y="9141604"/>
            <a:ext cx="2465872" cy="1145398"/>
          </a:xfrm>
          <a:custGeom>
            <a:avLst/>
            <a:gdLst/>
            <a:ahLst/>
            <a:cxnLst/>
            <a:rect r="r" b="b" t="t" l="l"/>
            <a:pathLst>
              <a:path h="1145398" w="2465872">
                <a:moveTo>
                  <a:pt x="0" y="0"/>
                </a:moveTo>
                <a:lnTo>
                  <a:pt x="2465872" y="0"/>
                </a:lnTo>
                <a:lnTo>
                  <a:pt x="2465872" y="1145398"/>
                </a:lnTo>
                <a:lnTo>
                  <a:pt x="0" y="11453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5343" y="-1473719"/>
            <a:ext cx="1436748" cy="2552734"/>
          </a:xfrm>
          <a:custGeom>
            <a:avLst/>
            <a:gdLst/>
            <a:ahLst/>
            <a:cxnLst/>
            <a:rect r="r" b="b" t="t" l="l"/>
            <a:pathLst>
              <a:path h="2552734" w="1436748">
                <a:moveTo>
                  <a:pt x="0" y="0"/>
                </a:moveTo>
                <a:lnTo>
                  <a:pt x="1436748" y="0"/>
                </a:lnTo>
                <a:lnTo>
                  <a:pt x="1436748" y="2552734"/>
                </a:lnTo>
                <a:lnTo>
                  <a:pt x="0" y="255273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46090" y="9536454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17875" y="4399467"/>
            <a:ext cx="8913134" cy="3705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b="true" sz="12000">
                <a:solidFill>
                  <a:srgbClr val="567AFB"/>
                </a:solidFill>
                <a:latin typeface="Arimo Bold"/>
                <a:ea typeface="Arimo Bold"/>
                <a:cs typeface="Arimo Bold"/>
                <a:sym typeface="Arimo Bold"/>
              </a:rPr>
              <a:t>Business Model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17875" y="2890575"/>
            <a:ext cx="3121350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b="true" sz="12000">
                <a:solidFill>
                  <a:srgbClr val="567AFB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965456" y="5635630"/>
            <a:ext cx="1264024" cy="1093442"/>
            <a:chOff x="0" y="0"/>
            <a:chExt cx="1685365" cy="14579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127"/>
              <a:ext cx="1685417" cy="1457833"/>
            </a:xfrm>
            <a:custGeom>
              <a:avLst/>
              <a:gdLst/>
              <a:ahLst/>
              <a:cxnLst/>
              <a:rect r="r" b="b" t="t" l="l"/>
              <a:pathLst>
                <a:path h="1457833" w="1685417">
                  <a:moveTo>
                    <a:pt x="845058" y="0"/>
                  </a:moveTo>
                  <a:lnTo>
                    <a:pt x="0" y="1457833"/>
                  </a:lnTo>
                  <a:lnTo>
                    <a:pt x="1685417" y="1457833"/>
                  </a:lnTo>
                  <a:lnTo>
                    <a:pt x="845058" y="0"/>
                  </a:lnTo>
                  <a:close/>
                </a:path>
              </a:pathLst>
            </a:custGeom>
            <a:solidFill>
              <a:srgbClr val="FFC748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0390420" y="4442213"/>
            <a:ext cx="6471585" cy="2286981"/>
          </a:xfrm>
          <a:custGeom>
            <a:avLst/>
            <a:gdLst/>
            <a:ahLst/>
            <a:cxnLst/>
            <a:rect r="r" b="b" t="t" l="l"/>
            <a:pathLst>
              <a:path h="2286981" w="6471585">
                <a:moveTo>
                  <a:pt x="0" y="0"/>
                </a:moveTo>
                <a:lnTo>
                  <a:pt x="6471586" y="0"/>
                </a:lnTo>
                <a:lnTo>
                  <a:pt x="6471586" y="2286982"/>
                </a:lnTo>
                <a:lnTo>
                  <a:pt x="0" y="228698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rot="10095">
            <a:off x="10341611" y="6729060"/>
            <a:ext cx="6487078" cy="0"/>
          </a:xfrm>
          <a:prstGeom prst="line">
            <a:avLst/>
          </a:prstGeom>
          <a:ln cap="rnd" w="9525">
            <a:solidFill>
              <a:srgbClr val="1D0D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0351160" y="3008022"/>
            <a:ext cx="398396" cy="402158"/>
            <a:chOff x="0" y="0"/>
            <a:chExt cx="531195" cy="5362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1D0D00">
                <a:alpha val="12549"/>
              </a:srgbClr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009654" y="8360094"/>
            <a:ext cx="143998" cy="143998"/>
          </a:xfrm>
          <a:custGeom>
            <a:avLst/>
            <a:gdLst/>
            <a:ahLst/>
            <a:cxnLst/>
            <a:rect r="r" b="b" t="t" l="l"/>
            <a:pathLst>
              <a:path h="143998" w="143998">
                <a:moveTo>
                  <a:pt x="0" y="0"/>
                </a:moveTo>
                <a:lnTo>
                  <a:pt x="143998" y="0"/>
                </a:lnTo>
                <a:lnTo>
                  <a:pt x="143998" y="143998"/>
                </a:lnTo>
                <a:lnTo>
                  <a:pt x="0" y="14399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-10800000">
            <a:off x="552822" y="2394562"/>
            <a:ext cx="271154" cy="542160"/>
            <a:chOff x="0" y="0"/>
            <a:chExt cx="361539" cy="7228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748"/>
            </a:solid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87334" y="257696"/>
            <a:ext cx="398396" cy="402158"/>
            <a:chOff x="0" y="0"/>
            <a:chExt cx="531195" cy="5362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1D0D00">
                <a:alpha val="12549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17465046" y="5928212"/>
            <a:ext cx="271154" cy="542160"/>
            <a:chOff x="0" y="0"/>
            <a:chExt cx="361539" cy="722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B8A5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525754" y="6931533"/>
            <a:ext cx="6678511" cy="9306718"/>
          </a:xfrm>
          <a:custGeom>
            <a:avLst/>
            <a:gdLst/>
            <a:ahLst/>
            <a:cxnLst/>
            <a:rect r="r" b="b" t="t" l="l"/>
            <a:pathLst>
              <a:path h="9306718" w="6678511">
                <a:moveTo>
                  <a:pt x="0" y="0"/>
                </a:moveTo>
                <a:lnTo>
                  <a:pt x="6678512" y="0"/>
                </a:lnTo>
                <a:lnTo>
                  <a:pt x="6678512" y="9306718"/>
                </a:lnTo>
                <a:lnTo>
                  <a:pt x="0" y="93067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848014" y="-447692"/>
            <a:ext cx="2616176" cy="1472408"/>
          </a:xfrm>
          <a:custGeom>
            <a:avLst/>
            <a:gdLst/>
            <a:ahLst/>
            <a:cxnLst/>
            <a:rect r="r" b="b" t="t" l="l"/>
            <a:pathLst>
              <a:path h="1472408" w="2616176">
                <a:moveTo>
                  <a:pt x="0" y="0"/>
                </a:moveTo>
                <a:lnTo>
                  <a:pt x="2616176" y="0"/>
                </a:lnTo>
                <a:lnTo>
                  <a:pt x="2616176" y="1472408"/>
                </a:lnTo>
                <a:lnTo>
                  <a:pt x="0" y="14724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61238" y="-107172"/>
            <a:ext cx="2436864" cy="1131890"/>
          </a:xfrm>
          <a:custGeom>
            <a:avLst/>
            <a:gdLst/>
            <a:ahLst/>
            <a:cxnLst/>
            <a:rect r="r" b="b" t="t" l="l"/>
            <a:pathLst>
              <a:path h="1131890" w="2436864">
                <a:moveTo>
                  <a:pt x="0" y="0"/>
                </a:moveTo>
                <a:lnTo>
                  <a:pt x="2436864" y="0"/>
                </a:lnTo>
                <a:lnTo>
                  <a:pt x="2436864" y="1131890"/>
                </a:lnTo>
                <a:lnTo>
                  <a:pt x="0" y="1131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782432" y="7160716"/>
            <a:ext cx="8956318" cy="5511179"/>
          </a:xfrm>
          <a:custGeom>
            <a:avLst/>
            <a:gdLst/>
            <a:ahLst/>
            <a:cxnLst/>
            <a:rect r="r" b="b" t="t" l="l"/>
            <a:pathLst>
              <a:path h="5511179" w="8956318">
                <a:moveTo>
                  <a:pt x="0" y="0"/>
                </a:moveTo>
                <a:lnTo>
                  <a:pt x="8956318" y="0"/>
                </a:lnTo>
                <a:lnTo>
                  <a:pt x="8956318" y="5511180"/>
                </a:lnTo>
                <a:lnTo>
                  <a:pt x="0" y="55111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072078" y="9687194"/>
            <a:ext cx="143998" cy="143998"/>
          </a:xfrm>
          <a:custGeom>
            <a:avLst/>
            <a:gdLst/>
            <a:ahLst/>
            <a:cxnLst/>
            <a:rect r="r" b="b" t="t" l="l"/>
            <a:pathLst>
              <a:path h="143998" w="143998">
                <a:moveTo>
                  <a:pt x="0" y="0"/>
                </a:moveTo>
                <a:lnTo>
                  <a:pt x="143998" y="0"/>
                </a:lnTo>
                <a:lnTo>
                  <a:pt x="143998" y="143998"/>
                </a:lnTo>
                <a:lnTo>
                  <a:pt x="0" y="1439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730916" y="280954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31425" y="943375"/>
            <a:ext cx="1522515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7000">
                <a:solidFill>
                  <a:srgbClr val="1D0D00"/>
                </a:solidFill>
                <a:latin typeface="Arimo Bold"/>
                <a:ea typeface="Arimo Bold"/>
                <a:cs typeface="Arimo Bold"/>
                <a:sym typeface="Arimo Bold"/>
              </a:rPr>
              <a:t>Business Model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43012" y="3821557"/>
            <a:ext cx="5659043" cy="1409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1"/>
              </a:lnSpc>
            </a:pPr>
            <a:r>
              <a:rPr lang="en-US" sz="4044" b="true">
                <a:solidFill>
                  <a:srgbClr val="1D0D00"/>
                </a:solidFill>
                <a:latin typeface="Arimo Bold"/>
                <a:ea typeface="Arimo Bold"/>
                <a:cs typeface="Arimo Bold"/>
                <a:sym typeface="Arimo Bold"/>
              </a:rPr>
              <a:t>Robotics-as-a-Service</a:t>
            </a:r>
          </a:p>
          <a:p>
            <a:pPr algn="ctr">
              <a:lnSpc>
                <a:spcPts val="5581"/>
              </a:lnSpc>
            </a:pPr>
            <a:r>
              <a:rPr lang="en-US" b="true" sz="4044">
                <a:solidFill>
                  <a:srgbClr val="1D0D00"/>
                </a:solidFill>
                <a:latin typeface="Arimo Bold"/>
                <a:ea typeface="Arimo Bold"/>
                <a:cs typeface="Arimo Bold"/>
                <a:sym typeface="Arimo Bold"/>
              </a:rPr>
              <a:t>(RaaS)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6738" y="5330480"/>
            <a:ext cx="5091593" cy="1049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3"/>
              </a:lnSpc>
            </a:pPr>
            <a:r>
              <a:rPr lang="en-US" sz="3060">
                <a:solidFill>
                  <a:srgbClr val="1D0D00"/>
                </a:solidFill>
                <a:latin typeface="Questrial"/>
                <a:ea typeface="Questrial"/>
                <a:cs typeface="Questrial"/>
                <a:sym typeface="Questrial"/>
              </a:rPr>
              <a:t>Monthly fees per robot </a:t>
            </a:r>
          </a:p>
          <a:p>
            <a:pPr algn="ctr">
              <a:lnSpc>
                <a:spcPts val="4223"/>
              </a:lnSpc>
            </a:pPr>
            <a:r>
              <a:rPr lang="en-US" sz="3060">
                <a:solidFill>
                  <a:srgbClr val="1D0D00"/>
                </a:solidFill>
                <a:latin typeface="Questrial"/>
                <a:ea typeface="Questrial"/>
                <a:cs typeface="Questrial"/>
                <a:sym typeface="Questrial"/>
              </a:rPr>
              <a:t>RM2000/unit for 2 years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43627" y="3812032"/>
            <a:ext cx="4233727" cy="1306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6"/>
              </a:lnSpc>
            </a:pPr>
            <a:r>
              <a:rPr lang="en-US" b="true" sz="3700">
                <a:solidFill>
                  <a:srgbClr val="1D0D00"/>
                </a:solidFill>
                <a:latin typeface="Arimo Bold"/>
                <a:ea typeface="Arimo Bold"/>
                <a:cs typeface="Arimo Bold"/>
                <a:sym typeface="Arimo Bold"/>
              </a:rPr>
              <a:t>Onboarding &amp; Setup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08541" y="5195562"/>
            <a:ext cx="4850759" cy="1459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3"/>
              </a:lnSpc>
            </a:pPr>
            <a:r>
              <a:rPr lang="en-US" sz="2799">
                <a:solidFill>
                  <a:srgbClr val="1D0D00"/>
                </a:solidFill>
                <a:latin typeface="Questrial"/>
                <a:ea typeface="Questrial"/>
                <a:cs typeface="Questrial"/>
                <a:sym typeface="Questrial"/>
              </a:rPr>
              <a:t>RM2000 once for integration fees covering POS/ kitchen system setup &amp; floor mapping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995008" y="4072544"/>
            <a:ext cx="4442135" cy="2141912"/>
            <a:chOff x="0" y="0"/>
            <a:chExt cx="5922847" cy="285588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7149" y="224616"/>
              <a:ext cx="5445780" cy="2232321"/>
            </a:xfrm>
            <a:custGeom>
              <a:avLst/>
              <a:gdLst/>
              <a:ahLst/>
              <a:cxnLst/>
              <a:rect r="r" b="b" t="t" l="l"/>
              <a:pathLst>
                <a:path h="2232321" w="5445780">
                  <a:moveTo>
                    <a:pt x="0" y="0"/>
                  </a:moveTo>
                  <a:lnTo>
                    <a:pt x="5445780" y="0"/>
                  </a:lnTo>
                  <a:lnTo>
                    <a:pt x="5445780" y="2232321"/>
                  </a:lnTo>
                  <a:lnTo>
                    <a:pt x="0" y="2232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9" id="19"/>
            <p:cNvGrpSpPr/>
            <p:nvPr/>
          </p:nvGrpSpPr>
          <p:grpSpPr>
            <a:xfrm rot="0">
              <a:off x="2304220" y="2108937"/>
              <a:ext cx="841809" cy="727298"/>
              <a:chOff x="0" y="0"/>
              <a:chExt cx="1088000" cy="940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088009" cy="940054"/>
              </a:xfrm>
              <a:custGeom>
                <a:avLst/>
                <a:gdLst/>
                <a:ahLst/>
                <a:cxnLst/>
                <a:rect r="r" b="b" t="t" l="l"/>
                <a:pathLst>
                  <a:path h="940054" w="1088009">
                    <a:moveTo>
                      <a:pt x="0" y="940054"/>
                    </a:moveTo>
                    <a:lnTo>
                      <a:pt x="543941" y="0"/>
                    </a:lnTo>
                    <a:lnTo>
                      <a:pt x="1088009" y="940054"/>
                    </a:lnTo>
                    <a:close/>
                  </a:path>
                </a:pathLst>
              </a:custGeom>
              <a:solidFill>
                <a:srgbClr val="FFC748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4401302" y="572127"/>
              <a:ext cx="1025026" cy="1025026"/>
              <a:chOff x="0" y="0"/>
              <a:chExt cx="1324800" cy="1324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324737" cy="1324737"/>
              </a:xfrm>
              <a:custGeom>
                <a:avLst/>
                <a:gdLst/>
                <a:ahLst/>
                <a:cxnLst/>
                <a:rect r="r" b="b" t="t" l="l"/>
                <a:pathLst>
                  <a:path h="1324737" w="1324737">
                    <a:moveTo>
                      <a:pt x="0" y="0"/>
                    </a:moveTo>
                    <a:lnTo>
                      <a:pt x="1324737" y="0"/>
                    </a:lnTo>
                    <a:lnTo>
                      <a:pt x="1324737" y="1324737"/>
                    </a:lnTo>
                    <a:lnTo>
                      <a:pt x="0" y="1324737"/>
                    </a:lnTo>
                    <a:close/>
                  </a:path>
                </a:pathLst>
              </a:custGeom>
              <a:solidFill>
                <a:srgbClr val="FD521C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9525"/>
                <a:ext cx="1324800" cy="13343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856"/>
                  </a:lnSpc>
                </a:pPr>
                <a:r>
                  <a:rPr lang="en-US" sz="1547">
                    <a:solidFill>
                      <a:srgbClr val="FAFAFA"/>
                    </a:solidFill>
                    <a:latin typeface="Questrial"/>
                    <a:ea typeface="Questrial"/>
                    <a:cs typeface="Questrial"/>
                    <a:sym typeface="Questrial"/>
                  </a:rPr>
                  <a:t>Load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5400000">
              <a:off x="4665654" y="74896"/>
              <a:ext cx="496420" cy="346627"/>
              <a:chOff x="0" y="0"/>
              <a:chExt cx="641600" cy="448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41604" cy="448056"/>
              </a:xfrm>
              <a:custGeom>
                <a:avLst/>
                <a:gdLst/>
                <a:ahLst/>
                <a:cxnLst/>
                <a:rect r="r" b="b" t="t" l="l"/>
                <a:pathLst>
                  <a:path h="448056" w="641604">
                    <a:moveTo>
                      <a:pt x="0" y="112014"/>
                    </a:moveTo>
                    <a:lnTo>
                      <a:pt x="417576" y="112014"/>
                    </a:lnTo>
                    <a:lnTo>
                      <a:pt x="417576" y="0"/>
                    </a:lnTo>
                    <a:lnTo>
                      <a:pt x="641604" y="224028"/>
                    </a:lnTo>
                    <a:lnTo>
                      <a:pt x="417576" y="448056"/>
                    </a:lnTo>
                    <a:lnTo>
                      <a:pt x="417576" y="336042"/>
                    </a:lnTo>
                    <a:lnTo>
                      <a:pt x="0" y="336042"/>
                    </a:lnTo>
                    <a:close/>
                  </a:path>
                </a:pathLst>
              </a:custGeom>
              <a:solidFill>
                <a:srgbClr val="FD521C"/>
              </a:solidFill>
            </p:spPr>
          </p:sp>
        </p:grpSp>
        <p:sp>
          <p:nvSpPr>
            <p:cNvPr name="Freeform 26" id="26"/>
            <p:cNvSpPr/>
            <p:nvPr/>
          </p:nvSpPr>
          <p:spPr>
            <a:xfrm flipH="false" flipV="false" rot="0">
              <a:off x="743" y="1597167"/>
              <a:ext cx="5425585" cy="511917"/>
            </a:xfrm>
            <a:custGeom>
              <a:avLst/>
              <a:gdLst/>
              <a:ahLst/>
              <a:cxnLst/>
              <a:rect r="r" b="b" t="t" l="l"/>
              <a:pathLst>
                <a:path h="511917" w="5425585">
                  <a:moveTo>
                    <a:pt x="0" y="0"/>
                  </a:moveTo>
                  <a:lnTo>
                    <a:pt x="5425584" y="0"/>
                  </a:lnTo>
                  <a:lnTo>
                    <a:pt x="5425584" y="511916"/>
                  </a:lnTo>
                  <a:lnTo>
                    <a:pt x="0" y="5119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AutoShape 27" id="27"/>
            <p:cNvSpPr/>
            <p:nvPr/>
          </p:nvSpPr>
          <p:spPr>
            <a:xfrm>
              <a:off x="42308" y="2831318"/>
              <a:ext cx="5288384" cy="19653"/>
            </a:xfrm>
            <a:prstGeom prst="line">
              <a:avLst/>
            </a:prstGeom>
            <a:ln cap="rnd" w="9826">
              <a:solidFill>
                <a:srgbClr val="1D0D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8" id="28"/>
            <p:cNvGrpSpPr/>
            <p:nvPr/>
          </p:nvGrpSpPr>
          <p:grpSpPr>
            <a:xfrm rot="5400000">
              <a:off x="-74896" y="1058360"/>
              <a:ext cx="496420" cy="346627"/>
              <a:chOff x="0" y="0"/>
              <a:chExt cx="641600" cy="4480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41604" cy="448056"/>
              </a:xfrm>
              <a:custGeom>
                <a:avLst/>
                <a:gdLst/>
                <a:ahLst/>
                <a:cxnLst/>
                <a:rect r="r" b="b" t="t" l="l"/>
                <a:pathLst>
                  <a:path h="448056" w="641604">
                    <a:moveTo>
                      <a:pt x="0" y="112014"/>
                    </a:moveTo>
                    <a:lnTo>
                      <a:pt x="417576" y="112014"/>
                    </a:lnTo>
                    <a:lnTo>
                      <a:pt x="417576" y="0"/>
                    </a:lnTo>
                    <a:lnTo>
                      <a:pt x="641604" y="224028"/>
                    </a:lnTo>
                    <a:lnTo>
                      <a:pt x="417576" y="448056"/>
                    </a:lnTo>
                    <a:lnTo>
                      <a:pt x="417576" y="336042"/>
                    </a:lnTo>
                    <a:lnTo>
                      <a:pt x="0" y="336042"/>
                    </a:lnTo>
                    <a:close/>
                  </a:path>
                </a:pathLst>
              </a:custGeom>
              <a:solidFill>
                <a:srgbClr val="FF9116"/>
              </a:solidFill>
            </p:spPr>
          </p:sp>
        </p:grpSp>
        <p:grpSp>
          <p:nvGrpSpPr>
            <p:cNvPr name="Group 30" id="30"/>
            <p:cNvGrpSpPr/>
            <p:nvPr/>
          </p:nvGrpSpPr>
          <p:grpSpPr>
            <a:xfrm rot="-5400000">
              <a:off x="5196168" y="1734313"/>
              <a:ext cx="1106731" cy="346627"/>
              <a:chOff x="0" y="0"/>
              <a:chExt cx="1430400" cy="4480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430401" cy="448056"/>
              </a:xfrm>
              <a:custGeom>
                <a:avLst/>
                <a:gdLst/>
                <a:ahLst/>
                <a:cxnLst/>
                <a:rect r="r" b="b" t="t" l="l"/>
                <a:pathLst>
                  <a:path h="448056" w="1430401">
                    <a:moveTo>
                      <a:pt x="0" y="112014"/>
                    </a:moveTo>
                    <a:lnTo>
                      <a:pt x="1206373" y="112014"/>
                    </a:lnTo>
                    <a:lnTo>
                      <a:pt x="1206373" y="0"/>
                    </a:lnTo>
                    <a:lnTo>
                      <a:pt x="1430401" y="224028"/>
                    </a:lnTo>
                    <a:lnTo>
                      <a:pt x="1206373" y="448056"/>
                    </a:lnTo>
                    <a:lnTo>
                      <a:pt x="1206373" y="336042"/>
                    </a:lnTo>
                    <a:lnTo>
                      <a:pt x="0" y="336042"/>
                    </a:lnTo>
                    <a:close/>
                  </a:path>
                </a:pathLst>
              </a:custGeom>
              <a:solidFill>
                <a:srgbClr val="15B8A5"/>
              </a:solidFill>
            </p:spPr>
          </p:sp>
        </p:grp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46750" y="681800"/>
            <a:ext cx="424680" cy="794398"/>
          </a:xfrm>
          <a:custGeom>
            <a:avLst/>
            <a:gdLst/>
            <a:ahLst/>
            <a:cxnLst/>
            <a:rect r="r" b="b" t="t" l="l"/>
            <a:pathLst>
              <a:path h="794398" w="424680">
                <a:moveTo>
                  <a:pt x="0" y="0"/>
                </a:moveTo>
                <a:lnTo>
                  <a:pt x="424680" y="0"/>
                </a:lnTo>
                <a:lnTo>
                  <a:pt x="424680" y="794398"/>
                </a:lnTo>
                <a:lnTo>
                  <a:pt x="0" y="7943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0502" y="6718436"/>
            <a:ext cx="871892" cy="871892"/>
          </a:xfrm>
          <a:custGeom>
            <a:avLst/>
            <a:gdLst/>
            <a:ahLst/>
            <a:cxnLst/>
            <a:rect r="r" b="b" t="t" l="l"/>
            <a:pathLst>
              <a:path h="871892" w="871892">
                <a:moveTo>
                  <a:pt x="0" y="0"/>
                </a:moveTo>
                <a:lnTo>
                  <a:pt x="871892" y="0"/>
                </a:lnTo>
                <a:lnTo>
                  <a:pt x="871892" y="871892"/>
                </a:lnTo>
                <a:lnTo>
                  <a:pt x="0" y="8718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37504" y="681794"/>
            <a:ext cx="143998" cy="143998"/>
          </a:xfrm>
          <a:custGeom>
            <a:avLst/>
            <a:gdLst/>
            <a:ahLst/>
            <a:cxnLst/>
            <a:rect r="r" b="b" t="t" l="l"/>
            <a:pathLst>
              <a:path h="143998" w="143998">
                <a:moveTo>
                  <a:pt x="0" y="0"/>
                </a:moveTo>
                <a:lnTo>
                  <a:pt x="143998" y="0"/>
                </a:lnTo>
                <a:lnTo>
                  <a:pt x="143998" y="143998"/>
                </a:lnTo>
                <a:lnTo>
                  <a:pt x="0" y="1439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156101" y="1223935"/>
            <a:ext cx="1131890" cy="2436864"/>
          </a:xfrm>
          <a:custGeom>
            <a:avLst/>
            <a:gdLst/>
            <a:ahLst/>
            <a:cxnLst/>
            <a:rect r="r" b="b" t="t" l="l"/>
            <a:pathLst>
              <a:path h="2436864" w="1131890">
                <a:moveTo>
                  <a:pt x="0" y="0"/>
                </a:moveTo>
                <a:lnTo>
                  <a:pt x="1131890" y="0"/>
                </a:lnTo>
                <a:lnTo>
                  <a:pt x="1131890" y="2436864"/>
                </a:lnTo>
                <a:lnTo>
                  <a:pt x="0" y="24368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11358" y="7169816"/>
            <a:ext cx="1637808" cy="2910060"/>
          </a:xfrm>
          <a:custGeom>
            <a:avLst/>
            <a:gdLst/>
            <a:ahLst/>
            <a:cxnLst/>
            <a:rect r="r" b="b" t="t" l="l"/>
            <a:pathLst>
              <a:path h="2910060" w="1637808">
                <a:moveTo>
                  <a:pt x="0" y="0"/>
                </a:moveTo>
                <a:lnTo>
                  <a:pt x="1637808" y="0"/>
                </a:lnTo>
                <a:lnTo>
                  <a:pt x="1637808" y="2910060"/>
                </a:lnTo>
                <a:lnTo>
                  <a:pt x="0" y="291006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580354" y="681794"/>
            <a:ext cx="143998" cy="143998"/>
          </a:xfrm>
          <a:custGeom>
            <a:avLst/>
            <a:gdLst/>
            <a:ahLst/>
            <a:cxnLst/>
            <a:rect r="r" b="b" t="t" l="l"/>
            <a:pathLst>
              <a:path h="143998" w="143998">
                <a:moveTo>
                  <a:pt x="0" y="0"/>
                </a:moveTo>
                <a:lnTo>
                  <a:pt x="143998" y="0"/>
                </a:lnTo>
                <a:lnTo>
                  <a:pt x="143998" y="143998"/>
                </a:lnTo>
                <a:lnTo>
                  <a:pt x="0" y="14399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650054" y="9692944"/>
            <a:ext cx="143998" cy="143998"/>
          </a:xfrm>
          <a:custGeom>
            <a:avLst/>
            <a:gdLst/>
            <a:ahLst/>
            <a:cxnLst/>
            <a:rect r="r" b="b" t="t" l="l"/>
            <a:pathLst>
              <a:path h="143998" w="143998">
                <a:moveTo>
                  <a:pt x="0" y="0"/>
                </a:moveTo>
                <a:lnTo>
                  <a:pt x="143998" y="0"/>
                </a:lnTo>
                <a:lnTo>
                  <a:pt x="143998" y="143998"/>
                </a:lnTo>
                <a:lnTo>
                  <a:pt x="0" y="14399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-10800000">
            <a:off x="9008322" y="9207988"/>
            <a:ext cx="271154" cy="542160"/>
            <a:chOff x="0" y="0"/>
            <a:chExt cx="361539" cy="722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74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19372" y="681812"/>
            <a:ext cx="271154" cy="542160"/>
            <a:chOff x="0" y="0"/>
            <a:chExt cx="361539" cy="7228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5B8A5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0756100" y="4929025"/>
            <a:ext cx="9391730" cy="7918835"/>
          </a:xfrm>
          <a:custGeom>
            <a:avLst/>
            <a:gdLst/>
            <a:ahLst/>
            <a:cxnLst/>
            <a:rect r="r" b="b" t="t" l="l"/>
            <a:pathLst>
              <a:path h="7918835" w="9391730">
                <a:moveTo>
                  <a:pt x="0" y="0"/>
                </a:moveTo>
                <a:lnTo>
                  <a:pt x="9391730" y="0"/>
                </a:lnTo>
                <a:lnTo>
                  <a:pt x="9391730" y="7918834"/>
                </a:lnTo>
                <a:lnTo>
                  <a:pt x="0" y="791883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1566267" y="-3002639"/>
            <a:ext cx="9350994" cy="8163280"/>
          </a:xfrm>
          <a:custGeom>
            <a:avLst/>
            <a:gdLst/>
            <a:ahLst/>
            <a:cxnLst/>
            <a:rect r="r" b="b" t="t" l="l"/>
            <a:pathLst>
              <a:path h="8163280" w="9350994">
                <a:moveTo>
                  <a:pt x="0" y="0"/>
                </a:moveTo>
                <a:lnTo>
                  <a:pt x="9350994" y="0"/>
                </a:lnTo>
                <a:lnTo>
                  <a:pt x="9350994" y="8163280"/>
                </a:lnTo>
                <a:lnTo>
                  <a:pt x="0" y="816328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3212310" y="2050296"/>
            <a:ext cx="398396" cy="402158"/>
            <a:chOff x="0" y="0"/>
            <a:chExt cx="531195" cy="53621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1D0D00">
                <a:alpha val="12549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880277" y="8238718"/>
            <a:ext cx="398396" cy="402158"/>
            <a:chOff x="0" y="0"/>
            <a:chExt cx="531195" cy="5362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1D0D00">
                <a:alpha val="12549"/>
              </a:srgbClr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5451965" y="9745893"/>
            <a:ext cx="2698031" cy="229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78"/>
              </a:lnSpc>
            </a:pPr>
            <a:r>
              <a:rPr lang="en-US" sz="141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source : </a:t>
            </a:r>
            <a:r>
              <a:rPr lang="en-US" sz="1413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21" tooltip="https://www.grandviewresearch.com/industry-analysis/food-robotics-market"/>
              </a:rPr>
              <a:t>Food Robotics Market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15365" y="990600"/>
            <a:ext cx="13194871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7000">
                <a:solidFill>
                  <a:srgbClr val="1D0D00"/>
                </a:solidFill>
                <a:latin typeface="Arimo Bold"/>
                <a:ea typeface="Arimo Bold"/>
                <a:cs typeface="Arimo Bold"/>
                <a:sym typeface="Arimo Bold"/>
              </a:rPr>
              <a:t>Estimation of ROI</a:t>
            </a:r>
          </a:p>
        </p:txBody>
      </p:sp>
      <p:graphicFrame>
        <p:nvGraphicFramePr>
          <p:cNvPr name="Table 21" id="21"/>
          <p:cNvGraphicFramePr>
            <a:graphicFrameLocks noGrp="true"/>
          </p:cNvGraphicFramePr>
          <p:nvPr/>
        </p:nvGraphicFramePr>
        <p:xfrm>
          <a:off x="2077676" y="2682455"/>
          <a:ext cx="14427200" cy="4493138"/>
        </p:xfrm>
        <a:graphic>
          <a:graphicData uri="http://schemas.openxmlformats.org/drawingml/2006/table">
            <a:tbl>
              <a:tblPr/>
              <a:tblGrid>
                <a:gridCol w="9739712"/>
                <a:gridCol w="4687488"/>
              </a:tblGrid>
              <a:tr h="9258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sz="3600">
                          <a:solidFill>
                            <a:srgbClr val="1D0D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Item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20"/>
                        </a:lnSpc>
                        <a:defRPr/>
                      </a:pPr>
                      <a:r>
                        <a:rPr lang="en-US" sz="3600">
                          <a:solidFill>
                            <a:srgbClr val="1D0D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Cost (RM)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998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D0D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Labour Cost (RM2500 * 2 person * 12 months)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FD521C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6</a:t>
                      </a:r>
                      <a:r>
                        <a:rPr lang="en-US" sz="2799">
                          <a:solidFill>
                            <a:srgbClr val="FD521C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0,000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3735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D0D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Apex RRS Subscription (RM2000 * 2 unit * 12 months) 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5B8A5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48,000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99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D0D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Apex RRS Setup Fees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5B8A5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2,000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99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D0D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Cost Saved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1</a:t>
                      </a:r>
                      <a:r>
                        <a:rPr lang="en-US" sz="2799">
                          <a:solidFill>
                            <a:srgbClr val="000000"/>
                          </a:solidFill>
                          <a:latin typeface="Questrial"/>
                          <a:ea typeface="Questrial"/>
                          <a:cs typeface="Questrial"/>
                          <a:sym typeface="Questrial"/>
                        </a:rPr>
                        <a:t>0,000</a:t>
                      </a:r>
                      <a:endParaRPr lang="en-US" sz="1100"/>
                    </a:p>
                  </a:txBody>
                  <a:tcPr marL="91425" marR="91425" marT="91425" marB="91425" anchor="ctr">
                    <a:lnL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D0D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22" id="22"/>
          <p:cNvSpPr txBox="true"/>
          <p:nvPr/>
        </p:nvSpPr>
        <p:spPr>
          <a:xfrm rot="0">
            <a:off x="4436287" y="7575946"/>
            <a:ext cx="9415225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567AFB"/>
                </a:solidFill>
                <a:latin typeface="Arimo"/>
                <a:ea typeface="Arimo"/>
                <a:cs typeface="Arimo"/>
                <a:sym typeface="Arimo"/>
              </a:rPr>
              <a:t>Annual ROI = RM(</a:t>
            </a: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10000</a:t>
            </a:r>
            <a:r>
              <a:rPr lang="en-US" sz="3600">
                <a:solidFill>
                  <a:srgbClr val="567AFB"/>
                </a:solidFill>
                <a:latin typeface="Arimo"/>
                <a:ea typeface="Arimo"/>
                <a:cs typeface="Arimo"/>
                <a:sym typeface="Arimo"/>
              </a:rPr>
              <a:t>/ </a:t>
            </a:r>
            <a:r>
              <a:rPr lang="en-US" sz="3600">
                <a:solidFill>
                  <a:srgbClr val="15B8A5"/>
                </a:solidFill>
                <a:latin typeface="Arimo"/>
                <a:ea typeface="Arimo"/>
                <a:cs typeface="Arimo"/>
                <a:sym typeface="Arimo"/>
              </a:rPr>
              <a:t>50000</a:t>
            </a:r>
            <a:r>
              <a:rPr lang="en-US" sz="3600">
                <a:solidFill>
                  <a:srgbClr val="567AFB"/>
                </a:solidFill>
                <a:latin typeface="Arimo"/>
                <a:ea typeface="Arimo"/>
                <a:cs typeface="Arimo"/>
                <a:sym typeface="Arimo"/>
              </a:rPr>
              <a:t>) x 100</a:t>
            </a: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091616" y="8164256"/>
            <a:ext cx="2427968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>
                <a:solidFill>
                  <a:srgbClr val="567AFB"/>
                </a:solidFill>
                <a:latin typeface="Arimo"/>
                <a:ea typeface="Arimo"/>
                <a:cs typeface="Arimo"/>
                <a:sym typeface="Arimo"/>
              </a:rPr>
              <a:t>= 20%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39937" y="5650950"/>
            <a:ext cx="9410397" cy="7575908"/>
          </a:xfrm>
          <a:custGeom>
            <a:avLst/>
            <a:gdLst/>
            <a:ahLst/>
            <a:cxnLst/>
            <a:rect r="r" b="b" t="t" l="l"/>
            <a:pathLst>
              <a:path h="7575908" w="9410397">
                <a:moveTo>
                  <a:pt x="0" y="0"/>
                </a:moveTo>
                <a:lnTo>
                  <a:pt x="9410398" y="0"/>
                </a:lnTo>
                <a:lnTo>
                  <a:pt x="9410398" y="7575908"/>
                </a:lnTo>
                <a:lnTo>
                  <a:pt x="0" y="75759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4552" y="9208012"/>
            <a:ext cx="871892" cy="871892"/>
          </a:xfrm>
          <a:custGeom>
            <a:avLst/>
            <a:gdLst/>
            <a:ahLst/>
            <a:cxnLst/>
            <a:rect r="r" b="b" t="t" l="l"/>
            <a:pathLst>
              <a:path h="871892" w="871892">
                <a:moveTo>
                  <a:pt x="0" y="0"/>
                </a:moveTo>
                <a:lnTo>
                  <a:pt x="871892" y="0"/>
                </a:lnTo>
                <a:lnTo>
                  <a:pt x="871892" y="871892"/>
                </a:lnTo>
                <a:lnTo>
                  <a:pt x="0" y="8718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61540" y="723304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85300" y="9141604"/>
            <a:ext cx="2465872" cy="1145398"/>
          </a:xfrm>
          <a:custGeom>
            <a:avLst/>
            <a:gdLst/>
            <a:ahLst/>
            <a:cxnLst/>
            <a:rect r="r" b="b" t="t" l="l"/>
            <a:pathLst>
              <a:path h="1145398" w="2465872">
                <a:moveTo>
                  <a:pt x="0" y="0"/>
                </a:moveTo>
                <a:lnTo>
                  <a:pt x="2465872" y="0"/>
                </a:lnTo>
                <a:lnTo>
                  <a:pt x="2465872" y="1145398"/>
                </a:lnTo>
                <a:lnTo>
                  <a:pt x="0" y="11453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5343" y="-1473719"/>
            <a:ext cx="1436748" cy="2552734"/>
          </a:xfrm>
          <a:custGeom>
            <a:avLst/>
            <a:gdLst/>
            <a:ahLst/>
            <a:cxnLst/>
            <a:rect r="r" b="b" t="t" l="l"/>
            <a:pathLst>
              <a:path h="2552734" w="1436748">
                <a:moveTo>
                  <a:pt x="0" y="0"/>
                </a:moveTo>
                <a:lnTo>
                  <a:pt x="1436748" y="0"/>
                </a:lnTo>
                <a:lnTo>
                  <a:pt x="1436748" y="2552734"/>
                </a:lnTo>
                <a:lnTo>
                  <a:pt x="0" y="255273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46090" y="9536454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21405" y="5095875"/>
            <a:ext cx="8913134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b="true" sz="12000">
                <a:solidFill>
                  <a:srgbClr val="567AFB"/>
                </a:solidFill>
                <a:latin typeface="Arimo Bold"/>
                <a:ea typeface="Arimo Bold"/>
                <a:cs typeface="Arimo Bold"/>
                <a:sym typeface="Arimo Bold"/>
              </a:rPr>
              <a:t>Road Map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17875" y="2890575"/>
            <a:ext cx="3121350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b="true" sz="12000">
                <a:solidFill>
                  <a:srgbClr val="567AFB"/>
                </a:solidFill>
                <a:latin typeface="Arimo Bold"/>
                <a:ea typeface="Arimo Bold"/>
                <a:cs typeface="Arimo Bold"/>
                <a:sym typeface="Arimo Bold"/>
              </a:rPr>
              <a:t>05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965456" y="5635630"/>
            <a:ext cx="1264024" cy="1093442"/>
            <a:chOff x="0" y="0"/>
            <a:chExt cx="1685365" cy="14579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127"/>
              <a:ext cx="1685417" cy="1457833"/>
            </a:xfrm>
            <a:custGeom>
              <a:avLst/>
              <a:gdLst/>
              <a:ahLst/>
              <a:cxnLst/>
              <a:rect r="r" b="b" t="t" l="l"/>
              <a:pathLst>
                <a:path h="1457833" w="1685417">
                  <a:moveTo>
                    <a:pt x="845058" y="0"/>
                  </a:moveTo>
                  <a:lnTo>
                    <a:pt x="0" y="1457833"/>
                  </a:lnTo>
                  <a:lnTo>
                    <a:pt x="1685417" y="1457833"/>
                  </a:lnTo>
                  <a:lnTo>
                    <a:pt x="845058" y="0"/>
                  </a:lnTo>
                  <a:close/>
                </a:path>
              </a:pathLst>
            </a:custGeom>
            <a:solidFill>
              <a:srgbClr val="FFC748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0390420" y="4442213"/>
            <a:ext cx="6471585" cy="2286981"/>
          </a:xfrm>
          <a:custGeom>
            <a:avLst/>
            <a:gdLst/>
            <a:ahLst/>
            <a:cxnLst/>
            <a:rect r="r" b="b" t="t" l="l"/>
            <a:pathLst>
              <a:path h="2286981" w="6471585">
                <a:moveTo>
                  <a:pt x="0" y="0"/>
                </a:moveTo>
                <a:lnTo>
                  <a:pt x="6471586" y="0"/>
                </a:lnTo>
                <a:lnTo>
                  <a:pt x="6471586" y="2286982"/>
                </a:lnTo>
                <a:lnTo>
                  <a:pt x="0" y="228698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rot="10095">
            <a:off x="10341611" y="6729060"/>
            <a:ext cx="6487078" cy="0"/>
          </a:xfrm>
          <a:prstGeom prst="line">
            <a:avLst/>
          </a:prstGeom>
          <a:ln cap="rnd" w="9525">
            <a:solidFill>
              <a:srgbClr val="1D0D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0351160" y="3008022"/>
            <a:ext cx="398396" cy="402158"/>
            <a:chOff x="0" y="0"/>
            <a:chExt cx="531195" cy="5362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1D0D00">
                <a:alpha val="12549"/>
              </a:srgbClr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009654" y="8360094"/>
            <a:ext cx="143998" cy="143998"/>
          </a:xfrm>
          <a:custGeom>
            <a:avLst/>
            <a:gdLst/>
            <a:ahLst/>
            <a:cxnLst/>
            <a:rect r="r" b="b" t="t" l="l"/>
            <a:pathLst>
              <a:path h="143998" w="143998">
                <a:moveTo>
                  <a:pt x="0" y="0"/>
                </a:moveTo>
                <a:lnTo>
                  <a:pt x="143998" y="0"/>
                </a:lnTo>
                <a:lnTo>
                  <a:pt x="143998" y="143998"/>
                </a:lnTo>
                <a:lnTo>
                  <a:pt x="0" y="14399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-10800000">
            <a:off x="552822" y="2394562"/>
            <a:ext cx="271154" cy="542160"/>
            <a:chOff x="0" y="0"/>
            <a:chExt cx="361539" cy="7228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748"/>
            </a:solid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968960" y="9532322"/>
            <a:ext cx="398396" cy="402158"/>
            <a:chOff x="0" y="0"/>
            <a:chExt cx="531195" cy="5362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1D0D00">
                <a:alpha val="12549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493954" y="3929244"/>
            <a:ext cx="143998" cy="143998"/>
          </a:xfrm>
          <a:custGeom>
            <a:avLst/>
            <a:gdLst/>
            <a:ahLst/>
            <a:cxnLst/>
            <a:rect r="r" b="b" t="t" l="l"/>
            <a:pathLst>
              <a:path h="143998" w="143998">
                <a:moveTo>
                  <a:pt x="0" y="0"/>
                </a:moveTo>
                <a:lnTo>
                  <a:pt x="143998" y="0"/>
                </a:lnTo>
                <a:lnTo>
                  <a:pt x="143998" y="143998"/>
                </a:lnTo>
                <a:lnTo>
                  <a:pt x="0" y="1439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179554" y="-3574367"/>
            <a:ext cx="6678511" cy="9306718"/>
          </a:xfrm>
          <a:custGeom>
            <a:avLst/>
            <a:gdLst/>
            <a:ahLst/>
            <a:cxnLst/>
            <a:rect r="r" b="b" t="t" l="l"/>
            <a:pathLst>
              <a:path h="9306718" w="6678511">
                <a:moveTo>
                  <a:pt x="0" y="0"/>
                </a:moveTo>
                <a:lnTo>
                  <a:pt x="6678512" y="0"/>
                </a:lnTo>
                <a:lnTo>
                  <a:pt x="6678512" y="9306718"/>
                </a:lnTo>
                <a:lnTo>
                  <a:pt x="0" y="930671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129002" y="7112000"/>
            <a:ext cx="1177092" cy="2091460"/>
          </a:xfrm>
          <a:custGeom>
            <a:avLst/>
            <a:gdLst/>
            <a:ahLst/>
            <a:cxnLst/>
            <a:rect r="r" b="b" t="t" l="l"/>
            <a:pathLst>
              <a:path h="2091460" w="1177092">
                <a:moveTo>
                  <a:pt x="0" y="0"/>
                </a:moveTo>
                <a:lnTo>
                  <a:pt x="1177092" y="0"/>
                </a:lnTo>
                <a:lnTo>
                  <a:pt x="1177092" y="2091460"/>
                </a:lnTo>
                <a:lnTo>
                  <a:pt x="0" y="20914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" y="6749985"/>
            <a:ext cx="1131890" cy="2436864"/>
          </a:xfrm>
          <a:custGeom>
            <a:avLst/>
            <a:gdLst/>
            <a:ahLst/>
            <a:cxnLst/>
            <a:rect r="r" b="b" t="t" l="l"/>
            <a:pathLst>
              <a:path h="2436864" w="1131890">
                <a:moveTo>
                  <a:pt x="0" y="0"/>
                </a:moveTo>
                <a:lnTo>
                  <a:pt x="1131890" y="0"/>
                </a:lnTo>
                <a:lnTo>
                  <a:pt x="1131890" y="2436864"/>
                </a:lnTo>
                <a:lnTo>
                  <a:pt x="0" y="24368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2570146" y="-3574367"/>
            <a:ext cx="6678511" cy="9306718"/>
          </a:xfrm>
          <a:custGeom>
            <a:avLst/>
            <a:gdLst/>
            <a:ahLst/>
            <a:cxnLst/>
            <a:rect r="r" b="b" t="t" l="l"/>
            <a:pathLst>
              <a:path h="9306718" w="6678511">
                <a:moveTo>
                  <a:pt x="0" y="0"/>
                </a:moveTo>
                <a:lnTo>
                  <a:pt x="6678512" y="0"/>
                </a:lnTo>
                <a:lnTo>
                  <a:pt x="6678512" y="9306718"/>
                </a:lnTo>
                <a:lnTo>
                  <a:pt x="0" y="930671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531425" y="943375"/>
            <a:ext cx="15225150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7000">
                <a:solidFill>
                  <a:srgbClr val="1D0D00"/>
                </a:solidFill>
                <a:latin typeface="Arimo Bold"/>
                <a:ea typeface="Arimo Bold"/>
                <a:cs typeface="Arimo Bold"/>
                <a:sym typeface="Arimo Bold"/>
              </a:rPr>
              <a:t>Roadmap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5421836" y="5823724"/>
            <a:ext cx="143400" cy="143400"/>
            <a:chOff x="0" y="0"/>
            <a:chExt cx="191200" cy="191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1262" cy="191262"/>
            </a:xfrm>
            <a:custGeom>
              <a:avLst/>
              <a:gdLst/>
              <a:ahLst/>
              <a:cxnLst/>
              <a:rect r="r" b="b" t="t" l="l"/>
              <a:pathLst>
                <a:path h="191262" w="191262">
                  <a:moveTo>
                    <a:pt x="0" y="95631"/>
                  </a:moveTo>
                  <a:cubicBezTo>
                    <a:pt x="0" y="42799"/>
                    <a:pt x="42799" y="0"/>
                    <a:pt x="95631" y="0"/>
                  </a:cubicBezTo>
                  <a:cubicBezTo>
                    <a:pt x="148463" y="0"/>
                    <a:pt x="191262" y="42799"/>
                    <a:pt x="191262" y="95631"/>
                  </a:cubicBezTo>
                  <a:cubicBezTo>
                    <a:pt x="191262" y="148463"/>
                    <a:pt x="148463" y="191262"/>
                    <a:pt x="95631" y="191262"/>
                  </a:cubicBezTo>
                  <a:cubicBezTo>
                    <a:pt x="42799" y="191262"/>
                    <a:pt x="0" y="148336"/>
                    <a:pt x="0" y="95631"/>
                  </a:cubicBezTo>
                  <a:close/>
                </a:path>
              </a:pathLst>
            </a:custGeom>
            <a:solidFill>
              <a:srgbClr val="667E9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531434" y="5766200"/>
            <a:ext cx="4270134" cy="304200"/>
            <a:chOff x="0" y="0"/>
            <a:chExt cx="5693511" cy="405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93496" cy="405638"/>
            </a:xfrm>
            <a:custGeom>
              <a:avLst/>
              <a:gdLst/>
              <a:ahLst/>
              <a:cxnLst/>
              <a:rect r="r" b="b" t="t" l="l"/>
              <a:pathLst>
                <a:path h="405638" w="5693496">
                  <a:moveTo>
                    <a:pt x="0" y="0"/>
                  </a:moveTo>
                  <a:lnTo>
                    <a:pt x="5693496" y="0"/>
                  </a:lnTo>
                  <a:lnTo>
                    <a:pt x="5693496" y="405638"/>
                  </a:lnTo>
                  <a:lnTo>
                    <a:pt x="0" y="405638"/>
                  </a:lnTo>
                  <a:close/>
                </a:path>
              </a:pathLst>
            </a:custGeom>
            <a:solidFill>
              <a:srgbClr val="567AF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801687" y="5766200"/>
            <a:ext cx="4270134" cy="304200"/>
            <a:chOff x="0" y="0"/>
            <a:chExt cx="5693511" cy="405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93496" cy="405638"/>
            </a:xfrm>
            <a:custGeom>
              <a:avLst/>
              <a:gdLst/>
              <a:ahLst/>
              <a:cxnLst/>
              <a:rect r="r" b="b" t="t" l="l"/>
              <a:pathLst>
                <a:path h="405638" w="5693496">
                  <a:moveTo>
                    <a:pt x="0" y="0"/>
                  </a:moveTo>
                  <a:lnTo>
                    <a:pt x="5693496" y="0"/>
                  </a:lnTo>
                  <a:lnTo>
                    <a:pt x="5693496" y="405638"/>
                  </a:lnTo>
                  <a:lnTo>
                    <a:pt x="0" y="405638"/>
                  </a:lnTo>
                  <a:close/>
                </a:path>
              </a:pathLst>
            </a:custGeom>
            <a:solidFill>
              <a:srgbClr val="FD521C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071877" y="5766200"/>
            <a:ext cx="4270134" cy="304200"/>
            <a:chOff x="0" y="0"/>
            <a:chExt cx="5693511" cy="405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93496" cy="405638"/>
            </a:xfrm>
            <a:custGeom>
              <a:avLst/>
              <a:gdLst/>
              <a:ahLst/>
              <a:cxnLst/>
              <a:rect r="r" b="b" t="t" l="l"/>
              <a:pathLst>
                <a:path h="405638" w="5693496">
                  <a:moveTo>
                    <a:pt x="0" y="0"/>
                  </a:moveTo>
                  <a:lnTo>
                    <a:pt x="5693496" y="0"/>
                  </a:lnTo>
                  <a:lnTo>
                    <a:pt x="5693496" y="405638"/>
                  </a:lnTo>
                  <a:lnTo>
                    <a:pt x="0" y="405638"/>
                  </a:lnTo>
                  <a:close/>
                </a:path>
              </a:pathLst>
            </a:custGeom>
            <a:solidFill>
              <a:srgbClr val="FF9116"/>
            </a:solidFill>
          </p:spPr>
        </p:sp>
      </p:grpSp>
      <p:sp>
        <p:nvSpPr>
          <p:cNvPr name="AutoShape 18" id="18"/>
          <p:cNvSpPr/>
          <p:nvPr/>
        </p:nvSpPr>
        <p:spPr>
          <a:xfrm flipH="true" flipV="true">
            <a:off x="4666501" y="4984297"/>
            <a:ext cx="0" cy="781903"/>
          </a:xfrm>
          <a:prstGeom prst="line">
            <a:avLst/>
          </a:prstGeom>
          <a:ln cap="rnd" w="9525">
            <a:solidFill>
              <a:srgbClr val="1D0D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19" id="19"/>
          <p:cNvSpPr txBox="true"/>
          <p:nvPr/>
        </p:nvSpPr>
        <p:spPr>
          <a:xfrm rot="0">
            <a:off x="2056625" y="4151050"/>
            <a:ext cx="5219752" cy="833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3"/>
              </a:lnSpc>
            </a:pPr>
            <a:r>
              <a:rPr lang="en-US" b="true" sz="4800">
                <a:solidFill>
                  <a:srgbClr val="1D0D00"/>
                </a:solidFill>
                <a:latin typeface="Arimo Bold"/>
                <a:ea typeface="Arimo Bold"/>
                <a:cs typeface="Arimo Bold"/>
                <a:sym typeface="Arimo Bold"/>
              </a:rPr>
              <a:t>Now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56630" y="3038742"/>
            <a:ext cx="5219752" cy="974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3"/>
              </a:lnSpc>
            </a:pPr>
            <a:r>
              <a:rPr lang="en-US" sz="2799">
                <a:solidFill>
                  <a:srgbClr val="1D0D00"/>
                </a:solidFill>
                <a:latin typeface="Questrial"/>
                <a:ea typeface="Questrial"/>
                <a:cs typeface="Questrial"/>
                <a:sym typeface="Questrial"/>
              </a:rPr>
              <a:t>Deliver robot and live testing on few restaurant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332737" y="6747528"/>
            <a:ext cx="5219752" cy="833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3"/>
              </a:lnSpc>
            </a:pPr>
            <a:r>
              <a:rPr lang="en-US" b="true" sz="4800">
                <a:solidFill>
                  <a:srgbClr val="1D0D00"/>
                </a:solidFill>
                <a:latin typeface="Arimo Bold"/>
                <a:ea typeface="Arimo Bold"/>
                <a:cs typeface="Arimo Bold"/>
                <a:sym typeface="Arimo Bold"/>
              </a:rPr>
              <a:t>Next 12 Months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26827" y="7703698"/>
            <a:ext cx="5219752" cy="974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3"/>
              </a:lnSpc>
            </a:pPr>
            <a:r>
              <a:rPr lang="en-US" sz="2799">
                <a:solidFill>
                  <a:srgbClr val="1D0D00"/>
                </a:solidFill>
                <a:latin typeface="Questrial"/>
                <a:ea typeface="Questrial"/>
                <a:cs typeface="Questrial"/>
                <a:sym typeface="Questrial"/>
              </a:rPr>
              <a:t>Expand the robot into important city &amp; mall</a:t>
            </a:r>
          </a:p>
        </p:txBody>
      </p:sp>
      <p:sp>
        <p:nvSpPr>
          <p:cNvPr name="AutoShape 23" id="23"/>
          <p:cNvSpPr/>
          <p:nvPr/>
        </p:nvSpPr>
        <p:spPr>
          <a:xfrm flipH="true" flipV="true">
            <a:off x="8936754" y="6070400"/>
            <a:ext cx="5859" cy="781903"/>
          </a:xfrm>
          <a:prstGeom prst="line">
            <a:avLst/>
          </a:prstGeom>
          <a:ln cap="rnd" w="9525">
            <a:solidFill>
              <a:srgbClr val="1D0D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10597083" y="4151050"/>
            <a:ext cx="5219752" cy="833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23"/>
              </a:lnSpc>
            </a:pPr>
            <a:r>
              <a:rPr lang="en-US" b="true" sz="4800">
                <a:solidFill>
                  <a:srgbClr val="1D0D00"/>
                </a:solidFill>
                <a:latin typeface="Arimo Bold"/>
                <a:ea typeface="Arimo Bold"/>
                <a:cs typeface="Arimo Bold"/>
                <a:sym typeface="Arimo Bold"/>
              </a:rPr>
              <a:t>Year 2 - 3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597088" y="3038742"/>
            <a:ext cx="5219752" cy="488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3"/>
              </a:lnSpc>
            </a:pPr>
            <a:r>
              <a:rPr lang="en-US" sz="2799">
                <a:solidFill>
                  <a:srgbClr val="1D0D00"/>
                </a:solidFill>
                <a:latin typeface="Questrial"/>
                <a:ea typeface="Questrial"/>
                <a:cs typeface="Questrial"/>
                <a:sym typeface="Questrial"/>
              </a:rPr>
              <a:t>Expand into whole Malaysia</a:t>
            </a:r>
          </a:p>
        </p:txBody>
      </p:sp>
      <p:sp>
        <p:nvSpPr>
          <p:cNvPr name="AutoShape 26" id="26"/>
          <p:cNvSpPr/>
          <p:nvPr/>
        </p:nvSpPr>
        <p:spPr>
          <a:xfrm flipV="true">
            <a:off x="13206944" y="4984297"/>
            <a:ext cx="15" cy="781903"/>
          </a:xfrm>
          <a:prstGeom prst="line">
            <a:avLst/>
          </a:prstGeom>
          <a:ln cap="rnd" w="9525">
            <a:solidFill>
              <a:srgbClr val="1D0D00"/>
            </a:solidFill>
            <a:prstDash val="solid"/>
            <a:headEnd type="none" len="sm" w="sm"/>
            <a:tailEnd type="oval" len="lg" w="lg"/>
          </a:ln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39937" y="5650950"/>
            <a:ext cx="9410397" cy="7575908"/>
          </a:xfrm>
          <a:custGeom>
            <a:avLst/>
            <a:gdLst/>
            <a:ahLst/>
            <a:cxnLst/>
            <a:rect r="r" b="b" t="t" l="l"/>
            <a:pathLst>
              <a:path h="7575908" w="9410397">
                <a:moveTo>
                  <a:pt x="0" y="0"/>
                </a:moveTo>
                <a:lnTo>
                  <a:pt x="9410398" y="0"/>
                </a:lnTo>
                <a:lnTo>
                  <a:pt x="9410398" y="7575908"/>
                </a:lnTo>
                <a:lnTo>
                  <a:pt x="0" y="75759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54552" y="9208012"/>
            <a:ext cx="871892" cy="871892"/>
          </a:xfrm>
          <a:custGeom>
            <a:avLst/>
            <a:gdLst/>
            <a:ahLst/>
            <a:cxnLst/>
            <a:rect r="r" b="b" t="t" l="l"/>
            <a:pathLst>
              <a:path h="871892" w="871892">
                <a:moveTo>
                  <a:pt x="0" y="0"/>
                </a:moveTo>
                <a:lnTo>
                  <a:pt x="871892" y="0"/>
                </a:lnTo>
                <a:lnTo>
                  <a:pt x="871892" y="871892"/>
                </a:lnTo>
                <a:lnTo>
                  <a:pt x="0" y="8718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61540" y="723304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85300" y="9141604"/>
            <a:ext cx="2465872" cy="1145398"/>
          </a:xfrm>
          <a:custGeom>
            <a:avLst/>
            <a:gdLst/>
            <a:ahLst/>
            <a:cxnLst/>
            <a:rect r="r" b="b" t="t" l="l"/>
            <a:pathLst>
              <a:path h="1145398" w="2465872">
                <a:moveTo>
                  <a:pt x="0" y="0"/>
                </a:moveTo>
                <a:lnTo>
                  <a:pt x="2465872" y="0"/>
                </a:lnTo>
                <a:lnTo>
                  <a:pt x="2465872" y="1145398"/>
                </a:lnTo>
                <a:lnTo>
                  <a:pt x="0" y="11453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5343" y="-1473719"/>
            <a:ext cx="1436748" cy="2552734"/>
          </a:xfrm>
          <a:custGeom>
            <a:avLst/>
            <a:gdLst/>
            <a:ahLst/>
            <a:cxnLst/>
            <a:rect r="r" b="b" t="t" l="l"/>
            <a:pathLst>
              <a:path h="2552734" w="1436748">
                <a:moveTo>
                  <a:pt x="0" y="0"/>
                </a:moveTo>
                <a:lnTo>
                  <a:pt x="1436748" y="0"/>
                </a:lnTo>
                <a:lnTo>
                  <a:pt x="1436748" y="2552734"/>
                </a:lnTo>
                <a:lnTo>
                  <a:pt x="0" y="255273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346090" y="9536454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17875" y="4847872"/>
            <a:ext cx="9726382" cy="3705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b="true" sz="12000">
                <a:solidFill>
                  <a:srgbClr val="567AFB"/>
                </a:solidFill>
                <a:latin typeface="Arimo Bold"/>
                <a:ea typeface="Arimo Bold"/>
                <a:cs typeface="Arimo Bold"/>
                <a:sym typeface="Arimo Bold"/>
              </a:rPr>
              <a:t>Technical Part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17875" y="2890575"/>
            <a:ext cx="3121350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b="true" sz="12000">
                <a:solidFill>
                  <a:srgbClr val="567AFB"/>
                </a:solidFill>
                <a:latin typeface="Arimo Bold"/>
                <a:ea typeface="Arimo Bold"/>
                <a:cs typeface="Arimo Bold"/>
                <a:sym typeface="Arimo Bold"/>
              </a:rPr>
              <a:t>06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3965456" y="5635630"/>
            <a:ext cx="1264024" cy="1093442"/>
            <a:chOff x="0" y="0"/>
            <a:chExt cx="1685365" cy="14579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127"/>
              <a:ext cx="1685417" cy="1457833"/>
            </a:xfrm>
            <a:custGeom>
              <a:avLst/>
              <a:gdLst/>
              <a:ahLst/>
              <a:cxnLst/>
              <a:rect r="r" b="b" t="t" l="l"/>
              <a:pathLst>
                <a:path h="1457833" w="1685417">
                  <a:moveTo>
                    <a:pt x="845058" y="0"/>
                  </a:moveTo>
                  <a:lnTo>
                    <a:pt x="0" y="1457833"/>
                  </a:lnTo>
                  <a:lnTo>
                    <a:pt x="1685417" y="1457833"/>
                  </a:lnTo>
                  <a:lnTo>
                    <a:pt x="845058" y="0"/>
                  </a:lnTo>
                  <a:close/>
                </a:path>
              </a:pathLst>
            </a:custGeom>
            <a:solidFill>
              <a:srgbClr val="FFC748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10390420" y="4442213"/>
            <a:ext cx="6471585" cy="2286981"/>
          </a:xfrm>
          <a:custGeom>
            <a:avLst/>
            <a:gdLst/>
            <a:ahLst/>
            <a:cxnLst/>
            <a:rect r="r" b="b" t="t" l="l"/>
            <a:pathLst>
              <a:path h="2286981" w="6471585">
                <a:moveTo>
                  <a:pt x="0" y="0"/>
                </a:moveTo>
                <a:lnTo>
                  <a:pt x="6471586" y="0"/>
                </a:lnTo>
                <a:lnTo>
                  <a:pt x="6471586" y="2286982"/>
                </a:lnTo>
                <a:lnTo>
                  <a:pt x="0" y="228698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rot="10095">
            <a:off x="10341611" y="6729060"/>
            <a:ext cx="6487078" cy="0"/>
          </a:xfrm>
          <a:prstGeom prst="line">
            <a:avLst/>
          </a:prstGeom>
          <a:ln cap="rnd" w="9525">
            <a:solidFill>
              <a:srgbClr val="1D0D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0351160" y="3008022"/>
            <a:ext cx="398396" cy="402158"/>
            <a:chOff x="0" y="0"/>
            <a:chExt cx="531195" cy="5362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1D0D00">
                <a:alpha val="12549"/>
              </a:srgbClr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6009654" y="8360094"/>
            <a:ext cx="143998" cy="143998"/>
          </a:xfrm>
          <a:custGeom>
            <a:avLst/>
            <a:gdLst/>
            <a:ahLst/>
            <a:cxnLst/>
            <a:rect r="r" b="b" t="t" l="l"/>
            <a:pathLst>
              <a:path h="143998" w="143998">
                <a:moveTo>
                  <a:pt x="0" y="0"/>
                </a:moveTo>
                <a:lnTo>
                  <a:pt x="143998" y="0"/>
                </a:lnTo>
                <a:lnTo>
                  <a:pt x="143998" y="143998"/>
                </a:lnTo>
                <a:lnTo>
                  <a:pt x="0" y="14399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-10800000">
            <a:off x="552822" y="2394562"/>
            <a:ext cx="271154" cy="542160"/>
            <a:chOff x="0" y="0"/>
            <a:chExt cx="361539" cy="7228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748"/>
            </a:solid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542746" y="5893012"/>
            <a:ext cx="271154" cy="542160"/>
            <a:chOff x="0" y="0"/>
            <a:chExt cx="361539" cy="722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521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403390" y="334078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464872" y="2661012"/>
            <a:ext cx="271154" cy="542160"/>
            <a:chOff x="0" y="0"/>
            <a:chExt cx="361539" cy="722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7AFB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72974" y="-66396"/>
            <a:ext cx="2465872" cy="1145398"/>
          </a:xfrm>
          <a:custGeom>
            <a:avLst/>
            <a:gdLst/>
            <a:ahLst/>
            <a:cxnLst/>
            <a:rect r="r" b="b" t="t" l="l"/>
            <a:pathLst>
              <a:path h="1145398" w="2465872">
                <a:moveTo>
                  <a:pt x="0" y="0"/>
                </a:moveTo>
                <a:lnTo>
                  <a:pt x="2465872" y="0"/>
                </a:lnTo>
                <a:lnTo>
                  <a:pt x="2465872" y="1145398"/>
                </a:lnTo>
                <a:lnTo>
                  <a:pt x="0" y="11453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720982" y="-55122"/>
            <a:ext cx="2015014" cy="1134112"/>
          </a:xfrm>
          <a:custGeom>
            <a:avLst/>
            <a:gdLst/>
            <a:ahLst/>
            <a:cxnLst/>
            <a:rect r="r" b="b" t="t" l="l"/>
            <a:pathLst>
              <a:path h="1134112" w="2015014">
                <a:moveTo>
                  <a:pt x="0" y="0"/>
                </a:moveTo>
                <a:lnTo>
                  <a:pt x="2015014" y="0"/>
                </a:lnTo>
                <a:lnTo>
                  <a:pt x="2015014" y="1134112"/>
                </a:lnTo>
                <a:lnTo>
                  <a:pt x="0" y="11341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273689" y="3376029"/>
            <a:ext cx="8115559" cy="9360827"/>
          </a:xfrm>
          <a:custGeom>
            <a:avLst/>
            <a:gdLst/>
            <a:ahLst/>
            <a:cxnLst/>
            <a:rect r="r" b="b" t="t" l="l"/>
            <a:pathLst>
              <a:path h="9360827" w="8115559">
                <a:moveTo>
                  <a:pt x="0" y="0"/>
                </a:moveTo>
                <a:lnTo>
                  <a:pt x="8115560" y="0"/>
                </a:lnTo>
                <a:lnTo>
                  <a:pt x="8115560" y="9360826"/>
                </a:lnTo>
                <a:lnTo>
                  <a:pt x="0" y="93608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379435" y="3376029"/>
            <a:ext cx="8115559" cy="9360827"/>
          </a:xfrm>
          <a:custGeom>
            <a:avLst/>
            <a:gdLst/>
            <a:ahLst/>
            <a:cxnLst/>
            <a:rect r="r" b="b" t="t" l="l"/>
            <a:pathLst>
              <a:path h="9360827" w="8115559">
                <a:moveTo>
                  <a:pt x="0" y="0"/>
                </a:moveTo>
                <a:lnTo>
                  <a:pt x="8115560" y="0"/>
                </a:lnTo>
                <a:lnTo>
                  <a:pt x="8115560" y="9360826"/>
                </a:lnTo>
                <a:lnTo>
                  <a:pt x="0" y="93608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7401234" y="6569772"/>
            <a:ext cx="398396" cy="402158"/>
            <a:chOff x="0" y="0"/>
            <a:chExt cx="531195" cy="5362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1D0D00">
                <a:alpha val="12549"/>
              </a:srgbClr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542740" y="2847428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886823" y="833201"/>
            <a:ext cx="514354" cy="390998"/>
          </a:xfrm>
          <a:custGeom>
            <a:avLst/>
            <a:gdLst/>
            <a:ahLst/>
            <a:cxnLst/>
            <a:rect r="r" b="b" t="t" l="l"/>
            <a:pathLst>
              <a:path h="390998" w="514354">
                <a:moveTo>
                  <a:pt x="0" y="0"/>
                </a:moveTo>
                <a:lnTo>
                  <a:pt x="514354" y="0"/>
                </a:lnTo>
                <a:lnTo>
                  <a:pt x="514354" y="390998"/>
                </a:lnTo>
                <a:lnTo>
                  <a:pt x="0" y="39099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 rot="7343">
            <a:off x="4702815" y="9208000"/>
            <a:ext cx="8917670" cy="0"/>
          </a:xfrm>
          <a:prstGeom prst="line">
            <a:avLst/>
          </a:prstGeom>
          <a:ln cap="rnd" w="9525">
            <a:solidFill>
              <a:srgbClr val="1D0D00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16" id="16">
            <a:hlinkClick action="ppaction://media"/>
          </p:cNvPr>
          <p:cNvPicPr>
            <a:picLocks noChangeAspect="true"/>
          </p:cNvPicPr>
          <p:nvPr>
            <a:vide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5"/>
          <a:srcRect l="657" t="0" r="657" b="0"/>
          <a:stretch>
            <a:fillRect/>
          </a:stretch>
        </p:blipFill>
        <p:spPr>
          <a:xfrm flipH="false" flipV="false" rot="0">
            <a:off x="2650487" y="1442198"/>
            <a:ext cx="12987026" cy="74026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</p:childTnLst>
        </p:cTn>
      </p:par>
    </p:tnLst>
  </p:timing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407163" y="5924298"/>
            <a:ext cx="271154" cy="542160"/>
            <a:chOff x="0" y="0"/>
            <a:chExt cx="361539" cy="722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521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464872" y="2661012"/>
            <a:ext cx="271154" cy="542160"/>
            <a:chOff x="0" y="0"/>
            <a:chExt cx="361539" cy="722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7AFB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72974" y="-66396"/>
            <a:ext cx="2465872" cy="1145398"/>
          </a:xfrm>
          <a:custGeom>
            <a:avLst/>
            <a:gdLst/>
            <a:ahLst/>
            <a:cxnLst/>
            <a:rect r="r" b="b" t="t" l="l"/>
            <a:pathLst>
              <a:path h="1145398" w="2465872">
                <a:moveTo>
                  <a:pt x="0" y="0"/>
                </a:moveTo>
                <a:lnTo>
                  <a:pt x="2465872" y="0"/>
                </a:lnTo>
                <a:lnTo>
                  <a:pt x="2465872" y="1145398"/>
                </a:lnTo>
                <a:lnTo>
                  <a:pt x="0" y="11453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720982" y="-55122"/>
            <a:ext cx="2015014" cy="1134112"/>
          </a:xfrm>
          <a:custGeom>
            <a:avLst/>
            <a:gdLst/>
            <a:ahLst/>
            <a:cxnLst/>
            <a:rect r="r" b="b" t="t" l="l"/>
            <a:pathLst>
              <a:path h="1134112" w="2015014">
                <a:moveTo>
                  <a:pt x="0" y="0"/>
                </a:moveTo>
                <a:lnTo>
                  <a:pt x="2015014" y="0"/>
                </a:lnTo>
                <a:lnTo>
                  <a:pt x="2015014" y="1134112"/>
                </a:lnTo>
                <a:lnTo>
                  <a:pt x="0" y="11341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401234" y="6569772"/>
            <a:ext cx="398396" cy="402158"/>
            <a:chOff x="0" y="0"/>
            <a:chExt cx="531195" cy="5362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1D0D00">
                <a:alpha val="12549"/>
              </a:srgbClr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868975" y="2932092"/>
            <a:ext cx="9504245" cy="5475326"/>
          </a:xfrm>
          <a:custGeom>
            <a:avLst/>
            <a:gdLst/>
            <a:ahLst/>
            <a:cxnLst/>
            <a:rect r="r" b="b" t="t" l="l"/>
            <a:pathLst>
              <a:path h="5475326" w="9504245">
                <a:moveTo>
                  <a:pt x="0" y="0"/>
                </a:moveTo>
                <a:lnTo>
                  <a:pt x="9504245" y="0"/>
                </a:lnTo>
                <a:lnTo>
                  <a:pt x="9504245" y="5475326"/>
                </a:lnTo>
                <a:lnTo>
                  <a:pt x="0" y="54753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3311" t="-40354" r="-75705" b="-78378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593183" y="99712"/>
            <a:ext cx="10187894" cy="1857975"/>
          </a:xfrm>
          <a:custGeom>
            <a:avLst/>
            <a:gdLst/>
            <a:ahLst/>
            <a:cxnLst/>
            <a:rect r="r" b="b" t="t" l="l"/>
            <a:pathLst>
              <a:path h="1857975" w="10187894">
                <a:moveTo>
                  <a:pt x="0" y="0"/>
                </a:moveTo>
                <a:lnTo>
                  <a:pt x="10187894" y="0"/>
                </a:lnTo>
                <a:lnTo>
                  <a:pt x="10187894" y="1857976"/>
                </a:lnTo>
                <a:lnTo>
                  <a:pt x="0" y="18579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0378" t="0" r="-26416" b="-473171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497327" y="4420758"/>
            <a:ext cx="5676530" cy="5866242"/>
          </a:xfrm>
          <a:custGeom>
            <a:avLst/>
            <a:gdLst/>
            <a:ahLst/>
            <a:cxnLst/>
            <a:rect r="r" b="b" t="t" l="l"/>
            <a:pathLst>
              <a:path h="5866242" w="5676530">
                <a:moveTo>
                  <a:pt x="0" y="0"/>
                </a:moveTo>
                <a:lnTo>
                  <a:pt x="5676529" y="0"/>
                </a:lnTo>
                <a:lnTo>
                  <a:pt x="5676529" y="5866242"/>
                </a:lnTo>
                <a:lnTo>
                  <a:pt x="0" y="58662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74671" t="-76623" r="-7536" b="-5431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534233" y="5757917"/>
            <a:ext cx="7127234" cy="8220850"/>
          </a:xfrm>
          <a:custGeom>
            <a:avLst/>
            <a:gdLst/>
            <a:ahLst/>
            <a:cxnLst/>
            <a:rect r="r" b="b" t="t" l="l"/>
            <a:pathLst>
              <a:path h="8220850" w="7127234">
                <a:moveTo>
                  <a:pt x="0" y="0"/>
                </a:moveTo>
                <a:lnTo>
                  <a:pt x="7127234" y="0"/>
                </a:lnTo>
                <a:lnTo>
                  <a:pt x="7127234" y="8220850"/>
                </a:lnTo>
                <a:lnTo>
                  <a:pt x="0" y="82208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497327" y="1858572"/>
            <a:ext cx="5761973" cy="2689199"/>
          </a:xfrm>
          <a:custGeom>
            <a:avLst/>
            <a:gdLst/>
            <a:ahLst/>
            <a:cxnLst/>
            <a:rect r="r" b="b" t="t" l="l"/>
            <a:pathLst>
              <a:path h="2689199" w="5761973">
                <a:moveTo>
                  <a:pt x="0" y="0"/>
                </a:moveTo>
                <a:lnTo>
                  <a:pt x="5761973" y="0"/>
                </a:lnTo>
                <a:lnTo>
                  <a:pt x="5761973" y="2689200"/>
                </a:lnTo>
                <a:lnTo>
                  <a:pt x="0" y="26892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68823" t="-67066" r="0" b="-216926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407163" y="5924298"/>
            <a:ext cx="271154" cy="542160"/>
            <a:chOff x="0" y="0"/>
            <a:chExt cx="361539" cy="722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521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464872" y="2661012"/>
            <a:ext cx="271154" cy="542160"/>
            <a:chOff x="0" y="0"/>
            <a:chExt cx="361539" cy="722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7AFB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72974" y="-66396"/>
            <a:ext cx="2465872" cy="1145398"/>
          </a:xfrm>
          <a:custGeom>
            <a:avLst/>
            <a:gdLst/>
            <a:ahLst/>
            <a:cxnLst/>
            <a:rect r="r" b="b" t="t" l="l"/>
            <a:pathLst>
              <a:path h="1145398" w="2465872">
                <a:moveTo>
                  <a:pt x="0" y="0"/>
                </a:moveTo>
                <a:lnTo>
                  <a:pt x="2465872" y="0"/>
                </a:lnTo>
                <a:lnTo>
                  <a:pt x="2465872" y="1145398"/>
                </a:lnTo>
                <a:lnTo>
                  <a:pt x="0" y="11453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720982" y="-55122"/>
            <a:ext cx="2015014" cy="1134112"/>
          </a:xfrm>
          <a:custGeom>
            <a:avLst/>
            <a:gdLst/>
            <a:ahLst/>
            <a:cxnLst/>
            <a:rect r="r" b="b" t="t" l="l"/>
            <a:pathLst>
              <a:path h="1134112" w="2015014">
                <a:moveTo>
                  <a:pt x="0" y="0"/>
                </a:moveTo>
                <a:lnTo>
                  <a:pt x="2015014" y="0"/>
                </a:lnTo>
                <a:lnTo>
                  <a:pt x="2015014" y="1134112"/>
                </a:lnTo>
                <a:lnTo>
                  <a:pt x="0" y="11341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401234" y="6569772"/>
            <a:ext cx="398396" cy="402158"/>
            <a:chOff x="0" y="0"/>
            <a:chExt cx="531195" cy="5362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1D0D00">
                <a:alpha val="12549"/>
              </a:srgbClr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4534233" y="5757917"/>
            <a:ext cx="7127234" cy="8220850"/>
          </a:xfrm>
          <a:custGeom>
            <a:avLst/>
            <a:gdLst/>
            <a:ahLst/>
            <a:cxnLst/>
            <a:rect r="r" b="b" t="t" l="l"/>
            <a:pathLst>
              <a:path h="8220850" w="7127234">
                <a:moveTo>
                  <a:pt x="0" y="0"/>
                </a:moveTo>
                <a:lnTo>
                  <a:pt x="7127234" y="0"/>
                </a:lnTo>
                <a:lnTo>
                  <a:pt x="7127234" y="8220850"/>
                </a:lnTo>
                <a:lnTo>
                  <a:pt x="0" y="82208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08358" y="1901887"/>
            <a:ext cx="16250942" cy="7712060"/>
          </a:xfrm>
          <a:custGeom>
            <a:avLst/>
            <a:gdLst/>
            <a:ahLst/>
            <a:cxnLst/>
            <a:rect r="r" b="b" t="t" l="l"/>
            <a:pathLst>
              <a:path h="7712060" w="16250942">
                <a:moveTo>
                  <a:pt x="0" y="0"/>
                </a:moveTo>
                <a:lnTo>
                  <a:pt x="16250942" y="0"/>
                </a:lnTo>
                <a:lnTo>
                  <a:pt x="16250942" y="7712060"/>
                </a:lnTo>
                <a:lnTo>
                  <a:pt x="0" y="77120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8593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572870" y="190795"/>
            <a:ext cx="7847081" cy="1515079"/>
          </a:xfrm>
          <a:custGeom>
            <a:avLst/>
            <a:gdLst/>
            <a:ahLst/>
            <a:cxnLst/>
            <a:rect r="r" b="b" t="t" l="l"/>
            <a:pathLst>
              <a:path h="1515079" w="7847081">
                <a:moveTo>
                  <a:pt x="0" y="0"/>
                </a:moveTo>
                <a:lnTo>
                  <a:pt x="7847081" y="0"/>
                </a:lnTo>
                <a:lnTo>
                  <a:pt x="7847081" y="1515079"/>
                </a:lnTo>
                <a:lnTo>
                  <a:pt x="0" y="15150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218" t="0" r="-88943" b="-457219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542746" y="5893012"/>
            <a:ext cx="271154" cy="542160"/>
            <a:chOff x="0" y="0"/>
            <a:chExt cx="361539" cy="722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521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403390" y="334078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464872" y="2661012"/>
            <a:ext cx="271154" cy="542160"/>
            <a:chOff x="0" y="0"/>
            <a:chExt cx="361539" cy="722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7AFB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720982" y="-55122"/>
            <a:ext cx="2015014" cy="1134112"/>
          </a:xfrm>
          <a:custGeom>
            <a:avLst/>
            <a:gdLst/>
            <a:ahLst/>
            <a:cxnLst/>
            <a:rect r="r" b="b" t="t" l="l"/>
            <a:pathLst>
              <a:path h="1134112" w="2015014">
                <a:moveTo>
                  <a:pt x="0" y="0"/>
                </a:moveTo>
                <a:lnTo>
                  <a:pt x="2015014" y="0"/>
                </a:lnTo>
                <a:lnTo>
                  <a:pt x="2015014" y="1134112"/>
                </a:lnTo>
                <a:lnTo>
                  <a:pt x="0" y="11341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401234" y="6569772"/>
            <a:ext cx="398396" cy="402158"/>
            <a:chOff x="0" y="0"/>
            <a:chExt cx="531195" cy="5362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1D0D00">
                <a:alpha val="12549"/>
              </a:srgbClr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542740" y="2847428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rot="7343">
            <a:off x="4702815" y="9208000"/>
            <a:ext cx="8917670" cy="0"/>
          </a:xfrm>
          <a:prstGeom prst="line">
            <a:avLst/>
          </a:prstGeom>
          <a:ln cap="rnd" w="9525">
            <a:solidFill>
              <a:srgbClr val="1D0D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772974" y="-66396"/>
            <a:ext cx="2465872" cy="1145398"/>
          </a:xfrm>
          <a:custGeom>
            <a:avLst/>
            <a:gdLst/>
            <a:ahLst/>
            <a:cxnLst/>
            <a:rect r="r" b="b" t="t" l="l"/>
            <a:pathLst>
              <a:path h="1145398" w="2465872">
                <a:moveTo>
                  <a:pt x="0" y="0"/>
                </a:moveTo>
                <a:lnTo>
                  <a:pt x="2465872" y="0"/>
                </a:lnTo>
                <a:lnTo>
                  <a:pt x="2465872" y="1145398"/>
                </a:lnTo>
                <a:lnTo>
                  <a:pt x="0" y="11453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329702" y="4277803"/>
            <a:ext cx="7678982" cy="8857260"/>
          </a:xfrm>
          <a:custGeom>
            <a:avLst/>
            <a:gdLst/>
            <a:ahLst/>
            <a:cxnLst/>
            <a:rect r="r" b="b" t="t" l="l"/>
            <a:pathLst>
              <a:path h="8857260" w="7678982">
                <a:moveTo>
                  <a:pt x="0" y="0"/>
                </a:moveTo>
                <a:lnTo>
                  <a:pt x="7678982" y="0"/>
                </a:lnTo>
                <a:lnTo>
                  <a:pt x="7678982" y="8857261"/>
                </a:lnTo>
                <a:lnTo>
                  <a:pt x="0" y="88572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89425" y="2044696"/>
            <a:ext cx="15723355" cy="6661737"/>
          </a:xfrm>
          <a:custGeom>
            <a:avLst/>
            <a:gdLst/>
            <a:ahLst/>
            <a:cxnLst/>
            <a:rect r="r" b="b" t="t" l="l"/>
            <a:pathLst>
              <a:path h="6661737" w="15723355">
                <a:moveTo>
                  <a:pt x="0" y="0"/>
                </a:moveTo>
                <a:lnTo>
                  <a:pt x="15723354" y="0"/>
                </a:lnTo>
                <a:lnTo>
                  <a:pt x="15723354" y="6661738"/>
                </a:lnTo>
                <a:lnTo>
                  <a:pt x="0" y="666173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852419" y="82527"/>
            <a:ext cx="10945273" cy="1992925"/>
          </a:xfrm>
          <a:custGeom>
            <a:avLst/>
            <a:gdLst/>
            <a:ahLst/>
            <a:cxnLst/>
            <a:rect r="r" b="b" t="t" l="l"/>
            <a:pathLst>
              <a:path h="1992925" w="10945273">
                <a:moveTo>
                  <a:pt x="0" y="0"/>
                </a:moveTo>
                <a:lnTo>
                  <a:pt x="10945272" y="0"/>
                </a:lnTo>
                <a:lnTo>
                  <a:pt x="10945272" y="1992926"/>
                </a:lnTo>
                <a:lnTo>
                  <a:pt x="0" y="199292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407163" y="5924298"/>
            <a:ext cx="271154" cy="542160"/>
            <a:chOff x="0" y="0"/>
            <a:chExt cx="361539" cy="722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521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464872" y="2661012"/>
            <a:ext cx="271154" cy="542160"/>
            <a:chOff x="0" y="0"/>
            <a:chExt cx="361539" cy="722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7AFB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772974" y="-66396"/>
            <a:ext cx="2465872" cy="1145398"/>
          </a:xfrm>
          <a:custGeom>
            <a:avLst/>
            <a:gdLst/>
            <a:ahLst/>
            <a:cxnLst/>
            <a:rect r="r" b="b" t="t" l="l"/>
            <a:pathLst>
              <a:path h="1145398" w="2465872">
                <a:moveTo>
                  <a:pt x="0" y="0"/>
                </a:moveTo>
                <a:lnTo>
                  <a:pt x="2465872" y="0"/>
                </a:lnTo>
                <a:lnTo>
                  <a:pt x="2465872" y="1145398"/>
                </a:lnTo>
                <a:lnTo>
                  <a:pt x="0" y="11453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720982" y="-55122"/>
            <a:ext cx="2015014" cy="1134112"/>
          </a:xfrm>
          <a:custGeom>
            <a:avLst/>
            <a:gdLst/>
            <a:ahLst/>
            <a:cxnLst/>
            <a:rect r="r" b="b" t="t" l="l"/>
            <a:pathLst>
              <a:path h="1134112" w="2015014">
                <a:moveTo>
                  <a:pt x="0" y="0"/>
                </a:moveTo>
                <a:lnTo>
                  <a:pt x="2015014" y="0"/>
                </a:lnTo>
                <a:lnTo>
                  <a:pt x="2015014" y="1134112"/>
                </a:lnTo>
                <a:lnTo>
                  <a:pt x="0" y="11341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401234" y="6569772"/>
            <a:ext cx="398396" cy="402158"/>
            <a:chOff x="0" y="0"/>
            <a:chExt cx="531195" cy="5362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1D0D00">
                <a:alpha val="12549"/>
              </a:srgbClr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542740" y="2847428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53301" y="1254425"/>
            <a:ext cx="16205999" cy="7759100"/>
          </a:xfrm>
          <a:custGeom>
            <a:avLst/>
            <a:gdLst/>
            <a:ahLst/>
            <a:cxnLst/>
            <a:rect r="r" b="b" t="t" l="l"/>
            <a:pathLst>
              <a:path h="7759100" w="16205999">
                <a:moveTo>
                  <a:pt x="0" y="0"/>
                </a:moveTo>
                <a:lnTo>
                  <a:pt x="16205999" y="0"/>
                </a:lnTo>
                <a:lnTo>
                  <a:pt x="16205999" y="7759100"/>
                </a:lnTo>
                <a:lnTo>
                  <a:pt x="0" y="77591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971" t="-20162" r="-1251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741850" y="4784322"/>
            <a:ext cx="8115559" cy="9360827"/>
          </a:xfrm>
          <a:custGeom>
            <a:avLst/>
            <a:gdLst/>
            <a:ahLst/>
            <a:cxnLst/>
            <a:rect r="r" b="b" t="t" l="l"/>
            <a:pathLst>
              <a:path h="9360827" w="8115559">
                <a:moveTo>
                  <a:pt x="0" y="0"/>
                </a:moveTo>
                <a:lnTo>
                  <a:pt x="8115560" y="0"/>
                </a:lnTo>
                <a:lnTo>
                  <a:pt x="8115560" y="9360827"/>
                </a:lnTo>
                <a:lnTo>
                  <a:pt x="0" y="93608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632910" y="45671"/>
            <a:ext cx="11352426" cy="1201720"/>
          </a:xfrm>
          <a:custGeom>
            <a:avLst/>
            <a:gdLst/>
            <a:ahLst/>
            <a:cxnLst/>
            <a:rect r="r" b="b" t="t" l="l"/>
            <a:pathLst>
              <a:path h="1201720" w="11352426">
                <a:moveTo>
                  <a:pt x="0" y="0"/>
                </a:moveTo>
                <a:lnTo>
                  <a:pt x="11352426" y="0"/>
                </a:lnTo>
                <a:lnTo>
                  <a:pt x="11352426" y="1201720"/>
                </a:lnTo>
                <a:lnTo>
                  <a:pt x="0" y="12017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3395" t="0" r="-9922" b="-558606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114375" y="9043785"/>
            <a:ext cx="14059251" cy="1224165"/>
          </a:xfrm>
          <a:custGeom>
            <a:avLst/>
            <a:gdLst/>
            <a:ahLst/>
            <a:cxnLst/>
            <a:rect r="r" b="b" t="t" l="l"/>
            <a:pathLst>
              <a:path h="1224165" w="14059251">
                <a:moveTo>
                  <a:pt x="0" y="0"/>
                </a:moveTo>
                <a:lnTo>
                  <a:pt x="14059250" y="0"/>
                </a:lnTo>
                <a:lnTo>
                  <a:pt x="14059250" y="1224165"/>
                </a:lnTo>
                <a:lnTo>
                  <a:pt x="0" y="122416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8227" t="-590050" r="0" b="-9117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542746" y="5893012"/>
            <a:ext cx="271154" cy="542160"/>
            <a:chOff x="0" y="0"/>
            <a:chExt cx="361539" cy="722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521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464872" y="2661012"/>
            <a:ext cx="271154" cy="542160"/>
            <a:chOff x="0" y="0"/>
            <a:chExt cx="361539" cy="722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7AFB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5720982" y="-55122"/>
            <a:ext cx="2015014" cy="1134112"/>
          </a:xfrm>
          <a:custGeom>
            <a:avLst/>
            <a:gdLst/>
            <a:ahLst/>
            <a:cxnLst/>
            <a:rect r="r" b="b" t="t" l="l"/>
            <a:pathLst>
              <a:path h="1134112" w="2015014">
                <a:moveTo>
                  <a:pt x="0" y="0"/>
                </a:moveTo>
                <a:lnTo>
                  <a:pt x="2015014" y="0"/>
                </a:lnTo>
                <a:lnTo>
                  <a:pt x="2015014" y="1134112"/>
                </a:lnTo>
                <a:lnTo>
                  <a:pt x="0" y="11341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7401234" y="6569772"/>
            <a:ext cx="398396" cy="402158"/>
            <a:chOff x="0" y="0"/>
            <a:chExt cx="531195" cy="5362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1D0D00">
                <a:alpha val="12549"/>
              </a:srgbClr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542740" y="2847428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 rot="7343">
            <a:off x="4702815" y="9208000"/>
            <a:ext cx="8917670" cy="0"/>
          </a:xfrm>
          <a:prstGeom prst="line">
            <a:avLst/>
          </a:prstGeom>
          <a:ln cap="rnd" w="9525">
            <a:solidFill>
              <a:srgbClr val="1D0D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772974" y="-66396"/>
            <a:ext cx="2465872" cy="1145398"/>
          </a:xfrm>
          <a:custGeom>
            <a:avLst/>
            <a:gdLst/>
            <a:ahLst/>
            <a:cxnLst/>
            <a:rect r="r" b="b" t="t" l="l"/>
            <a:pathLst>
              <a:path h="1145398" w="2465872">
                <a:moveTo>
                  <a:pt x="0" y="0"/>
                </a:moveTo>
                <a:lnTo>
                  <a:pt x="2465872" y="0"/>
                </a:lnTo>
                <a:lnTo>
                  <a:pt x="2465872" y="1145398"/>
                </a:lnTo>
                <a:lnTo>
                  <a:pt x="0" y="11453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29702" y="4277803"/>
            <a:ext cx="7678982" cy="8857260"/>
          </a:xfrm>
          <a:custGeom>
            <a:avLst/>
            <a:gdLst/>
            <a:ahLst/>
            <a:cxnLst/>
            <a:rect r="r" b="b" t="t" l="l"/>
            <a:pathLst>
              <a:path h="8857260" w="7678982">
                <a:moveTo>
                  <a:pt x="0" y="0"/>
                </a:moveTo>
                <a:lnTo>
                  <a:pt x="7678982" y="0"/>
                </a:lnTo>
                <a:lnTo>
                  <a:pt x="7678982" y="8857261"/>
                </a:lnTo>
                <a:lnTo>
                  <a:pt x="0" y="88572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929526" y="1858726"/>
            <a:ext cx="14428949" cy="6847708"/>
          </a:xfrm>
          <a:custGeom>
            <a:avLst/>
            <a:gdLst/>
            <a:ahLst/>
            <a:cxnLst/>
            <a:rect r="r" b="b" t="t" l="l"/>
            <a:pathLst>
              <a:path h="6847708" w="14428949">
                <a:moveTo>
                  <a:pt x="0" y="0"/>
                </a:moveTo>
                <a:lnTo>
                  <a:pt x="14428948" y="0"/>
                </a:lnTo>
                <a:lnTo>
                  <a:pt x="14428948" y="6847708"/>
                </a:lnTo>
                <a:lnTo>
                  <a:pt x="0" y="684770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6387" t="-23129" r="-5322" b="-9346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488773" y="344808"/>
            <a:ext cx="11347661" cy="1393977"/>
          </a:xfrm>
          <a:custGeom>
            <a:avLst/>
            <a:gdLst/>
            <a:ahLst/>
            <a:cxnLst/>
            <a:rect r="r" b="b" t="t" l="l"/>
            <a:pathLst>
              <a:path h="1393977" w="11347661">
                <a:moveTo>
                  <a:pt x="0" y="0"/>
                </a:moveTo>
                <a:lnTo>
                  <a:pt x="11347660" y="0"/>
                </a:lnTo>
                <a:lnTo>
                  <a:pt x="11347660" y="1393977"/>
                </a:lnTo>
                <a:lnTo>
                  <a:pt x="0" y="139397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4693" t="0" r="-8227" b="-463157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542746" y="5893012"/>
            <a:ext cx="271154" cy="542160"/>
            <a:chOff x="0" y="0"/>
            <a:chExt cx="361539" cy="722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521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7464872" y="2661012"/>
            <a:ext cx="271154" cy="542160"/>
            <a:chOff x="0" y="0"/>
            <a:chExt cx="361539" cy="7228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7AF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401234" y="6569772"/>
            <a:ext cx="398396" cy="402158"/>
            <a:chOff x="0" y="0"/>
            <a:chExt cx="531195" cy="53621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1D0D00">
                <a:alpha val="12549"/>
              </a:srgbClr>
            </a:solidFill>
          </p:spPr>
        </p:sp>
      </p:grpSp>
      <p:sp>
        <p:nvSpPr>
          <p:cNvPr name="AutoShape 8" id="8"/>
          <p:cNvSpPr/>
          <p:nvPr/>
        </p:nvSpPr>
        <p:spPr>
          <a:xfrm>
            <a:off x="4685175" y="9680225"/>
            <a:ext cx="8917650" cy="19050"/>
          </a:xfrm>
          <a:prstGeom prst="line">
            <a:avLst/>
          </a:prstGeom>
          <a:ln cap="rnd" w="9525">
            <a:solidFill>
              <a:srgbClr val="1D0D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4965685" y="5327176"/>
            <a:ext cx="7678982" cy="8857260"/>
          </a:xfrm>
          <a:custGeom>
            <a:avLst/>
            <a:gdLst/>
            <a:ahLst/>
            <a:cxnLst/>
            <a:rect r="r" b="b" t="t" l="l"/>
            <a:pathLst>
              <a:path h="8857260" w="7678982">
                <a:moveTo>
                  <a:pt x="0" y="0"/>
                </a:moveTo>
                <a:lnTo>
                  <a:pt x="7678982" y="0"/>
                </a:lnTo>
                <a:lnTo>
                  <a:pt x="7678982" y="8857260"/>
                </a:lnTo>
                <a:lnTo>
                  <a:pt x="0" y="88572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01069" y="1700695"/>
            <a:ext cx="16085862" cy="8384634"/>
          </a:xfrm>
          <a:custGeom>
            <a:avLst/>
            <a:gdLst/>
            <a:ahLst/>
            <a:cxnLst/>
            <a:rect r="r" b="b" t="t" l="l"/>
            <a:pathLst>
              <a:path h="8384634" w="16085862">
                <a:moveTo>
                  <a:pt x="0" y="0"/>
                </a:moveTo>
                <a:lnTo>
                  <a:pt x="16085862" y="0"/>
                </a:lnTo>
                <a:lnTo>
                  <a:pt x="16085862" y="8384634"/>
                </a:lnTo>
                <a:lnTo>
                  <a:pt x="0" y="83846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7131" r="0" b="-10768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40220" y="183580"/>
            <a:ext cx="15316988" cy="1517115"/>
          </a:xfrm>
          <a:custGeom>
            <a:avLst/>
            <a:gdLst/>
            <a:ahLst/>
            <a:cxnLst/>
            <a:rect r="r" b="b" t="t" l="l"/>
            <a:pathLst>
              <a:path h="1517115" w="15316988">
                <a:moveTo>
                  <a:pt x="0" y="0"/>
                </a:moveTo>
                <a:lnTo>
                  <a:pt x="15316988" y="0"/>
                </a:lnTo>
                <a:lnTo>
                  <a:pt x="15316988" y="1517115"/>
                </a:lnTo>
                <a:lnTo>
                  <a:pt x="0" y="15171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573075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4965685" y="2765703"/>
            <a:ext cx="1613307" cy="1107386"/>
            <a:chOff x="0" y="0"/>
            <a:chExt cx="424904" cy="2916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24904" cy="291657"/>
            </a:xfrm>
            <a:custGeom>
              <a:avLst/>
              <a:gdLst/>
              <a:ahLst/>
              <a:cxnLst/>
              <a:rect r="r" b="b" t="t" l="l"/>
              <a:pathLst>
                <a:path h="291657" w="424904">
                  <a:moveTo>
                    <a:pt x="0" y="0"/>
                  </a:moveTo>
                  <a:lnTo>
                    <a:pt x="424904" y="0"/>
                  </a:lnTo>
                  <a:lnTo>
                    <a:pt x="424904" y="291657"/>
                  </a:lnTo>
                  <a:lnTo>
                    <a:pt x="0" y="29165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424904" cy="3297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881365" y="2761204"/>
            <a:ext cx="1781947" cy="1111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2D LiDAR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scans at one fixed height, so it may miss very low obstacles.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542746" y="5893012"/>
            <a:ext cx="271154" cy="542160"/>
            <a:chOff x="0" y="0"/>
            <a:chExt cx="361539" cy="722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521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403390" y="334078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464872" y="2661012"/>
            <a:ext cx="271154" cy="542160"/>
            <a:chOff x="0" y="0"/>
            <a:chExt cx="361539" cy="722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7AFB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720982" y="-55122"/>
            <a:ext cx="2015014" cy="1134112"/>
          </a:xfrm>
          <a:custGeom>
            <a:avLst/>
            <a:gdLst/>
            <a:ahLst/>
            <a:cxnLst/>
            <a:rect r="r" b="b" t="t" l="l"/>
            <a:pathLst>
              <a:path h="1134112" w="2015014">
                <a:moveTo>
                  <a:pt x="0" y="0"/>
                </a:moveTo>
                <a:lnTo>
                  <a:pt x="2015014" y="0"/>
                </a:lnTo>
                <a:lnTo>
                  <a:pt x="2015014" y="1134112"/>
                </a:lnTo>
                <a:lnTo>
                  <a:pt x="0" y="11341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401234" y="6569772"/>
            <a:ext cx="398396" cy="402158"/>
            <a:chOff x="0" y="0"/>
            <a:chExt cx="531195" cy="5362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1D0D00">
                <a:alpha val="12549"/>
              </a:srgbClr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542740" y="2847428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rot="7343">
            <a:off x="4702815" y="9208000"/>
            <a:ext cx="8917670" cy="0"/>
          </a:xfrm>
          <a:prstGeom prst="line">
            <a:avLst/>
          </a:prstGeom>
          <a:ln cap="rnd" w="9525">
            <a:solidFill>
              <a:srgbClr val="1D0D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772974" y="-66396"/>
            <a:ext cx="2465872" cy="1145398"/>
          </a:xfrm>
          <a:custGeom>
            <a:avLst/>
            <a:gdLst/>
            <a:ahLst/>
            <a:cxnLst/>
            <a:rect r="r" b="b" t="t" l="l"/>
            <a:pathLst>
              <a:path h="1145398" w="2465872">
                <a:moveTo>
                  <a:pt x="0" y="0"/>
                </a:moveTo>
                <a:lnTo>
                  <a:pt x="2465872" y="0"/>
                </a:lnTo>
                <a:lnTo>
                  <a:pt x="2465872" y="1145398"/>
                </a:lnTo>
                <a:lnTo>
                  <a:pt x="0" y="11453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4329702" y="4277803"/>
            <a:ext cx="7678982" cy="8857260"/>
          </a:xfrm>
          <a:custGeom>
            <a:avLst/>
            <a:gdLst/>
            <a:ahLst/>
            <a:cxnLst/>
            <a:rect r="r" b="b" t="t" l="l"/>
            <a:pathLst>
              <a:path h="8857260" w="7678982">
                <a:moveTo>
                  <a:pt x="0" y="0"/>
                </a:moveTo>
                <a:lnTo>
                  <a:pt x="7678982" y="0"/>
                </a:lnTo>
                <a:lnTo>
                  <a:pt x="7678982" y="8857261"/>
                </a:lnTo>
                <a:lnTo>
                  <a:pt x="0" y="88572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55456" y="1708105"/>
            <a:ext cx="15710160" cy="6926632"/>
          </a:xfrm>
          <a:custGeom>
            <a:avLst/>
            <a:gdLst/>
            <a:ahLst/>
            <a:cxnLst/>
            <a:rect r="r" b="b" t="t" l="l"/>
            <a:pathLst>
              <a:path h="6926632" w="15710160">
                <a:moveTo>
                  <a:pt x="0" y="0"/>
                </a:moveTo>
                <a:lnTo>
                  <a:pt x="15710160" y="0"/>
                </a:lnTo>
                <a:lnTo>
                  <a:pt x="15710160" y="6926632"/>
                </a:lnTo>
                <a:lnTo>
                  <a:pt x="0" y="69266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21553" r="0" b="-6025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586652" y="0"/>
            <a:ext cx="11114696" cy="1468796"/>
          </a:xfrm>
          <a:custGeom>
            <a:avLst/>
            <a:gdLst/>
            <a:ahLst/>
            <a:cxnLst/>
            <a:rect r="r" b="b" t="t" l="l"/>
            <a:pathLst>
              <a:path h="1468796" w="11114696">
                <a:moveTo>
                  <a:pt x="0" y="0"/>
                </a:moveTo>
                <a:lnTo>
                  <a:pt x="11114696" y="0"/>
                </a:lnTo>
                <a:lnTo>
                  <a:pt x="11114696" y="1468796"/>
                </a:lnTo>
                <a:lnTo>
                  <a:pt x="0" y="146879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4082" t="0" r="-22944" b="-440981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778784" y="5171421"/>
            <a:ext cx="3380239" cy="1991235"/>
            <a:chOff x="0" y="0"/>
            <a:chExt cx="890269" cy="524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90269" cy="524440"/>
            </a:xfrm>
            <a:custGeom>
              <a:avLst/>
              <a:gdLst/>
              <a:ahLst/>
              <a:cxnLst/>
              <a:rect r="r" b="b" t="t" l="l"/>
              <a:pathLst>
                <a:path h="524440" w="890269">
                  <a:moveTo>
                    <a:pt x="0" y="0"/>
                  </a:moveTo>
                  <a:lnTo>
                    <a:pt x="890269" y="0"/>
                  </a:lnTo>
                  <a:lnTo>
                    <a:pt x="890269" y="524440"/>
                  </a:lnTo>
                  <a:lnTo>
                    <a:pt x="0" y="524440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90269" cy="5720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542746" y="5893012"/>
            <a:ext cx="271154" cy="542160"/>
            <a:chOff x="0" y="0"/>
            <a:chExt cx="361539" cy="722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521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403390" y="334078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464872" y="2661012"/>
            <a:ext cx="271154" cy="542160"/>
            <a:chOff x="0" y="0"/>
            <a:chExt cx="361539" cy="722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7AFB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5720982" y="-55122"/>
            <a:ext cx="2015014" cy="1134112"/>
          </a:xfrm>
          <a:custGeom>
            <a:avLst/>
            <a:gdLst/>
            <a:ahLst/>
            <a:cxnLst/>
            <a:rect r="r" b="b" t="t" l="l"/>
            <a:pathLst>
              <a:path h="1134112" w="2015014">
                <a:moveTo>
                  <a:pt x="0" y="0"/>
                </a:moveTo>
                <a:lnTo>
                  <a:pt x="2015014" y="0"/>
                </a:lnTo>
                <a:lnTo>
                  <a:pt x="2015014" y="1134112"/>
                </a:lnTo>
                <a:lnTo>
                  <a:pt x="0" y="11341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401234" y="6569772"/>
            <a:ext cx="398396" cy="402158"/>
            <a:chOff x="0" y="0"/>
            <a:chExt cx="531195" cy="5362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1D0D00">
                <a:alpha val="12549"/>
              </a:srgbClr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542740" y="2847428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 rot="7343">
            <a:off x="4702815" y="9208000"/>
            <a:ext cx="8917670" cy="0"/>
          </a:xfrm>
          <a:prstGeom prst="line">
            <a:avLst/>
          </a:prstGeom>
          <a:ln cap="rnd" w="9525">
            <a:solidFill>
              <a:srgbClr val="1D0D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772974" y="-66396"/>
            <a:ext cx="2465872" cy="1145398"/>
          </a:xfrm>
          <a:custGeom>
            <a:avLst/>
            <a:gdLst/>
            <a:ahLst/>
            <a:cxnLst/>
            <a:rect r="r" b="b" t="t" l="l"/>
            <a:pathLst>
              <a:path h="1145398" w="2465872">
                <a:moveTo>
                  <a:pt x="0" y="0"/>
                </a:moveTo>
                <a:lnTo>
                  <a:pt x="2465872" y="0"/>
                </a:lnTo>
                <a:lnTo>
                  <a:pt x="2465872" y="1145398"/>
                </a:lnTo>
                <a:lnTo>
                  <a:pt x="0" y="11453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572522" y="795"/>
            <a:ext cx="8180319" cy="1576279"/>
          </a:xfrm>
          <a:custGeom>
            <a:avLst/>
            <a:gdLst/>
            <a:ahLst/>
            <a:cxnLst/>
            <a:rect r="r" b="b" t="t" l="l"/>
            <a:pathLst>
              <a:path h="1576279" w="8180319">
                <a:moveTo>
                  <a:pt x="0" y="0"/>
                </a:moveTo>
                <a:lnTo>
                  <a:pt x="8180319" y="0"/>
                </a:lnTo>
                <a:lnTo>
                  <a:pt x="8180319" y="1576279"/>
                </a:lnTo>
                <a:lnTo>
                  <a:pt x="0" y="1576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7845" t="-50891" r="-115715" b="-501721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88615" y="1638456"/>
            <a:ext cx="15305767" cy="7419664"/>
          </a:xfrm>
          <a:custGeom>
            <a:avLst/>
            <a:gdLst/>
            <a:ahLst/>
            <a:cxnLst/>
            <a:rect r="r" b="b" t="t" l="l"/>
            <a:pathLst>
              <a:path h="7419664" w="15305767">
                <a:moveTo>
                  <a:pt x="0" y="0"/>
                </a:moveTo>
                <a:lnTo>
                  <a:pt x="15305767" y="0"/>
                </a:lnTo>
                <a:lnTo>
                  <a:pt x="15305767" y="7419663"/>
                </a:lnTo>
                <a:lnTo>
                  <a:pt x="0" y="741966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914" t="-20578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329702" y="4277803"/>
            <a:ext cx="7678982" cy="8857260"/>
          </a:xfrm>
          <a:custGeom>
            <a:avLst/>
            <a:gdLst/>
            <a:ahLst/>
            <a:cxnLst/>
            <a:rect r="r" b="b" t="t" l="l"/>
            <a:pathLst>
              <a:path h="8857260" w="7678982">
                <a:moveTo>
                  <a:pt x="0" y="0"/>
                </a:moveTo>
                <a:lnTo>
                  <a:pt x="7678982" y="0"/>
                </a:lnTo>
                <a:lnTo>
                  <a:pt x="7678982" y="8857261"/>
                </a:lnTo>
                <a:lnTo>
                  <a:pt x="0" y="885726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542746" y="5893012"/>
            <a:ext cx="271154" cy="542160"/>
            <a:chOff x="0" y="0"/>
            <a:chExt cx="361539" cy="722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521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403390" y="334078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464872" y="2661012"/>
            <a:ext cx="271154" cy="542160"/>
            <a:chOff x="0" y="0"/>
            <a:chExt cx="361539" cy="722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7AFB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72974" y="-66396"/>
            <a:ext cx="2465872" cy="1145398"/>
          </a:xfrm>
          <a:custGeom>
            <a:avLst/>
            <a:gdLst/>
            <a:ahLst/>
            <a:cxnLst/>
            <a:rect r="r" b="b" t="t" l="l"/>
            <a:pathLst>
              <a:path h="1145398" w="2465872">
                <a:moveTo>
                  <a:pt x="0" y="0"/>
                </a:moveTo>
                <a:lnTo>
                  <a:pt x="2465872" y="0"/>
                </a:lnTo>
                <a:lnTo>
                  <a:pt x="2465872" y="1145398"/>
                </a:lnTo>
                <a:lnTo>
                  <a:pt x="0" y="11453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720982" y="-55122"/>
            <a:ext cx="2015014" cy="1134112"/>
          </a:xfrm>
          <a:custGeom>
            <a:avLst/>
            <a:gdLst/>
            <a:ahLst/>
            <a:cxnLst/>
            <a:rect r="r" b="b" t="t" l="l"/>
            <a:pathLst>
              <a:path h="1134112" w="2015014">
                <a:moveTo>
                  <a:pt x="0" y="0"/>
                </a:moveTo>
                <a:lnTo>
                  <a:pt x="2015014" y="0"/>
                </a:lnTo>
                <a:lnTo>
                  <a:pt x="2015014" y="1134112"/>
                </a:lnTo>
                <a:lnTo>
                  <a:pt x="0" y="11341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273689" y="3376029"/>
            <a:ext cx="8115559" cy="9360827"/>
          </a:xfrm>
          <a:custGeom>
            <a:avLst/>
            <a:gdLst/>
            <a:ahLst/>
            <a:cxnLst/>
            <a:rect r="r" b="b" t="t" l="l"/>
            <a:pathLst>
              <a:path h="9360827" w="8115559">
                <a:moveTo>
                  <a:pt x="0" y="0"/>
                </a:moveTo>
                <a:lnTo>
                  <a:pt x="8115560" y="0"/>
                </a:lnTo>
                <a:lnTo>
                  <a:pt x="8115560" y="9360826"/>
                </a:lnTo>
                <a:lnTo>
                  <a:pt x="0" y="93608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379435" y="3376029"/>
            <a:ext cx="8115559" cy="9360827"/>
          </a:xfrm>
          <a:custGeom>
            <a:avLst/>
            <a:gdLst/>
            <a:ahLst/>
            <a:cxnLst/>
            <a:rect r="r" b="b" t="t" l="l"/>
            <a:pathLst>
              <a:path h="9360827" w="8115559">
                <a:moveTo>
                  <a:pt x="0" y="0"/>
                </a:moveTo>
                <a:lnTo>
                  <a:pt x="8115560" y="0"/>
                </a:lnTo>
                <a:lnTo>
                  <a:pt x="8115560" y="9360826"/>
                </a:lnTo>
                <a:lnTo>
                  <a:pt x="0" y="93608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7401234" y="6569772"/>
            <a:ext cx="398396" cy="402158"/>
            <a:chOff x="0" y="0"/>
            <a:chExt cx="531195" cy="5362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1D0D00">
                <a:alpha val="12549"/>
              </a:srgbClr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542740" y="2847428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287251" y="3517962"/>
            <a:ext cx="9951992" cy="305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19"/>
              </a:lnSpc>
            </a:pPr>
            <a:r>
              <a:rPr lang="en-US" sz="12000" b="true">
                <a:solidFill>
                  <a:srgbClr val="567AFB"/>
                </a:solidFill>
                <a:latin typeface="Arimo Bold"/>
                <a:ea typeface="Arimo Bold"/>
                <a:cs typeface="Arimo Bold"/>
                <a:sym typeface="Arimo Bold"/>
              </a:rPr>
              <a:t>Future</a:t>
            </a:r>
          </a:p>
          <a:p>
            <a:pPr algn="ctr">
              <a:lnSpc>
                <a:spcPts val="11519"/>
              </a:lnSpc>
            </a:pPr>
            <a:r>
              <a:rPr lang="en-US" b="true" sz="12000">
                <a:solidFill>
                  <a:srgbClr val="567AFB"/>
                </a:solidFill>
                <a:latin typeface="Arimo Bold"/>
                <a:ea typeface="Arimo Bold"/>
                <a:cs typeface="Arimo Bold"/>
                <a:sym typeface="Arimo Bold"/>
              </a:rPr>
              <a:t>Improvement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886802" y="2045158"/>
            <a:ext cx="514354" cy="390998"/>
          </a:xfrm>
          <a:custGeom>
            <a:avLst/>
            <a:gdLst/>
            <a:ahLst/>
            <a:cxnLst/>
            <a:rect r="r" b="b" t="t" l="l"/>
            <a:pathLst>
              <a:path h="390998" w="514354">
                <a:moveTo>
                  <a:pt x="0" y="0"/>
                </a:moveTo>
                <a:lnTo>
                  <a:pt x="514354" y="0"/>
                </a:lnTo>
                <a:lnTo>
                  <a:pt x="514354" y="390998"/>
                </a:lnTo>
                <a:lnTo>
                  <a:pt x="0" y="39099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 rot="7343">
            <a:off x="4702815" y="9208000"/>
            <a:ext cx="8917670" cy="0"/>
          </a:xfrm>
          <a:prstGeom prst="line">
            <a:avLst/>
          </a:prstGeom>
          <a:ln cap="rnd" w="9525">
            <a:solidFill>
              <a:srgbClr val="1D0D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07496" y="1542518"/>
            <a:ext cx="5352738" cy="7583046"/>
          </a:xfrm>
          <a:custGeom>
            <a:avLst/>
            <a:gdLst/>
            <a:ahLst/>
            <a:cxnLst/>
            <a:rect r="r" b="b" t="t" l="l"/>
            <a:pathLst>
              <a:path h="7583046" w="5352738">
                <a:moveTo>
                  <a:pt x="0" y="0"/>
                </a:moveTo>
                <a:lnTo>
                  <a:pt x="5352739" y="0"/>
                </a:lnTo>
                <a:lnTo>
                  <a:pt x="5352739" y="7583046"/>
                </a:lnTo>
                <a:lnTo>
                  <a:pt x="0" y="75830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2193394" y="1542518"/>
            <a:ext cx="5025317" cy="7583046"/>
          </a:xfrm>
          <a:custGeom>
            <a:avLst/>
            <a:gdLst/>
            <a:ahLst/>
            <a:cxnLst/>
            <a:rect r="r" b="b" t="t" l="l"/>
            <a:pathLst>
              <a:path h="7583046" w="5025317">
                <a:moveTo>
                  <a:pt x="0" y="0"/>
                </a:moveTo>
                <a:lnTo>
                  <a:pt x="5025317" y="0"/>
                </a:lnTo>
                <a:lnTo>
                  <a:pt x="5025317" y="7583046"/>
                </a:lnTo>
                <a:lnTo>
                  <a:pt x="0" y="75830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4706053" y="135958"/>
            <a:ext cx="8281392" cy="1245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35"/>
              </a:lnSpc>
              <a:spcBef>
                <a:spcPct val="0"/>
              </a:spcBef>
            </a:pPr>
            <a:r>
              <a:rPr lang="en-US" b="true" sz="72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Conceptual Design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542746" y="5893012"/>
            <a:ext cx="271154" cy="542160"/>
            <a:chOff x="0" y="0"/>
            <a:chExt cx="361539" cy="722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521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403390" y="334078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464872" y="2661012"/>
            <a:ext cx="271154" cy="542160"/>
            <a:chOff x="0" y="0"/>
            <a:chExt cx="361539" cy="722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7AFB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72974" y="-66396"/>
            <a:ext cx="2465872" cy="1145398"/>
          </a:xfrm>
          <a:custGeom>
            <a:avLst/>
            <a:gdLst/>
            <a:ahLst/>
            <a:cxnLst/>
            <a:rect r="r" b="b" t="t" l="l"/>
            <a:pathLst>
              <a:path h="1145398" w="2465872">
                <a:moveTo>
                  <a:pt x="0" y="0"/>
                </a:moveTo>
                <a:lnTo>
                  <a:pt x="2465872" y="0"/>
                </a:lnTo>
                <a:lnTo>
                  <a:pt x="2465872" y="1145398"/>
                </a:lnTo>
                <a:lnTo>
                  <a:pt x="0" y="11453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720982" y="-55122"/>
            <a:ext cx="2015014" cy="1134112"/>
          </a:xfrm>
          <a:custGeom>
            <a:avLst/>
            <a:gdLst/>
            <a:ahLst/>
            <a:cxnLst/>
            <a:rect r="r" b="b" t="t" l="l"/>
            <a:pathLst>
              <a:path h="1134112" w="2015014">
                <a:moveTo>
                  <a:pt x="0" y="0"/>
                </a:moveTo>
                <a:lnTo>
                  <a:pt x="2015014" y="0"/>
                </a:lnTo>
                <a:lnTo>
                  <a:pt x="2015014" y="1134112"/>
                </a:lnTo>
                <a:lnTo>
                  <a:pt x="0" y="11341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273689" y="3376029"/>
            <a:ext cx="8115559" cy="9360827"/>
          </a:xfrm>
          <a:custGeom>
            <a:avLst/>
            <a:gdLst/>
            <a:ahLst/>
            <a:cxnLst/>
            <a:rect r="r" b="b" t="t" l="l"/>
            <a:pathLst>
              <a:path h="9360827" w="8115559">
                <a:moveTo>
                  <a:pt x="0" y="0"/>
                </a:moveTo>
                <a:lnTo>
                  <a:pt x="8115560" y="0"/>
                </a:lnTo>
                <a:lnTo>
                  <a:pt x="8115560" y="9360826"/>
                </a:lnTo>
                <a:lnTo>
                  <a:pt x="0" y="93608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379435" y="3376029"/>
            <a:ext cx="8115559" cy="9360827"/>
          </a:xfrm>
          <a:custGeom>
            <a:avLst/>
            <a:gdLst/>
            <a:ahLst/>
            <a:cxnLst/>
            <a:rect r="r" b="b" t="t" l="l"/>
            <a:pathLst>
              <a:path h="9360827" w="8115559">
                <a:moveTo>
                  <a:pt x="0" y="0"/>
                </a:moveTo>
                <a:lnTo>
                  <a:pt x="8115560" y="0"/>
                </a:lnTo>
                <a:lnTo>
                  <a:pt x="8115560" y="9360826"/>
                </a:lnTo>
                <a:lnTo>
                  <a:pt x="0" y="93608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7401234" y="6569772"/>
            <a:ext cx="398396" cy="402158"/>
            <a:chOff x="0" y="0"/>
            <a:chExt cx="531195" cy="5362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1D0D00">
                <a:alpha val="12549"/>
              </a:srgbClr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542740" y="2847428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886823" y="833201"/>
            <a:ext cx="514354" cy="390998"/>
          </a:xfrm>
          <a:custGeom>
            <a:avLst/>
            <a:gdLst/>
            <a:ahLst/>
            <a:cxnLst/>
            <a:rect r="r" b="b" t="t" l="l"/>
            <a:pathLst>
              <a:path h="390998" w="514354">
                <a:moveTo>
                  <a:pt x="0" y="0"/>
                </a:moveTo>
                <a:lnTo>
                  <a:pt x="514354" y="0"/>
                </a:lnTo>
                <a:lnTo>
                  <a:pt x="514354" y="390998"/>
                </a:lnTo>
                <a:lnTo>
                  <a:pt x="0" y="39099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 rot="7343">
            <a:off x="4702815" y="9208000"/>
            <a:ext cx="8917670" cy="0"/>
          </a:xfrm>
          <a:prstGeom prst="line">
            <a:avLst/>
          </a:prstGeom>
          <a:ln cap="rnd" w="9525">
            <a:solidFill>
              <a:srgbClr val="1D0D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6690418" y="1338499"/>
            <a:ext cx="4804123" cy="7171870"/>
          </a:xfrm>
          <a:custGeom>
            <a:avLst/>
            <a:gdLst/>
            <a:ahLst/>
            <a:cxnLst/>
            <a:rect r="r" b="b" t="t" l="l"/>
            <a:pathLst>
              <a:path h="7171870" w="4804123">
                <a:moveTo>
                  <a:pt x="0" y="0"/>
                </a:moveTo>
                <a:lnTo>
                  <a:pt x="4804123" y="0"/>
                </a:lnTo>
                <a:lnTo>
                  <a:pt x="4804123" y="7171870"/>
                </a:lnTo>
                <a:lnTo>
                  <a:pt x="0" y="717187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409257" y="83667"/>
            <a:ext cx="5246251" cy="63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1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Future Improvement View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542746" y="5893012"/>
            <a:ext cx="271154" cy="542160"/>
            <a:chOff x="0" y="0"/>
            <a:chExt cx="361539" cy="722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521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403390" y="334078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464872" y="2661012"/>
            <a:ext cx="271154" cy="542160"/>
            <a:chOff x="0" y="0"/>
            <a:chExt cx="361539" cy="722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7AFB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72974" y="-66396"/>
            <a:ext cx="2465872" cy="1145398"/>
          </a:xfrm>
          <a:custGeom>
            <a:avLst/>
            <a:gdLst/>
            <a:ahLst/>
            <a:cxnLst/>
            <a:rect r="r" b="b" t="t" l="l"/>
            <a:pathLst>
              <a:path h="1145398" w="2465872">
                <a:moveTo>
                  <a:pt x="0" y="0"/>
                </a:moveTo>
                <a:lnTo>
                  <a:pt x="2465872" y="0"/>
                </a:lnTo>
                <a:lnTo>
                  <a:pt x="2465872" y="1145398"/>
                </a:lnTo>
                <a:lnTo>
                  <a:pt x="0" y="11453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720982" y="-55122"/>
            <a:ext cx="2015014" cy="1134112"/>
          </a:xfrm>
          <a:custGeom>
            <a:avLst/>
            <a:gdLst/>
            <a:ahLst/>
            <a:cxnLst/>
            <a:rect r="r" b="b" t="t" l="l"/>
            <a:pathLst>
              <a:path h="1134112" w="2015014">
                <a:moveTo>
                  <a:pt x="0" y="0"/>
                </a:moveTo>
                <a:lnTo>
                  <a:pt x="2015014" y="0"/>
                </a:lnTo>
                <a:lnTo>
                  <a:pt x="2015014" y="1134112"/>
                </a:lnTo>
                <a:lnTo>
                  <a:pt x="0" y="11341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273689" y="3376029"/>
            <a:ext cx="8115559" cy="9360827"/>
          </a:xfrm>
          <a:custGeom>
            <a:avLst/>
            <a:gdLst/>
            <a:ahLst/>
            <a:cxnLst/>
            <a:rect r="r" b="b" t="t" l="l"/>
            <a:pathLst>
              <a:path h="9360827" w="8115559">
                <a:moveTo>
                  <a:pt x="0" y="0"/>
                </a:moveTo>
                <a:lnTo>
                  <a:pt x="8115560" y="0"/>
                </a:lnTo>
                <a:lnTo>
                  <a:pt x="8115560" y="9360826"/>
                </a:lnTo>
                <a:lnTo>
                  <a:pt x="0" y="93608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379435" y="3376029"/>
            <a:ext cx="8115559" cy="9360827"/>
          </a:xfrm>
          <a:custGeom>
            <a:avLst/>
            <a:gdLst/>
            <a:ahLst/>
            <a:cxnLst/>
            <a:rect r="r" b="b" t="t" l="l"/>
            <a:pathLst>
              <a:path h="9360827" w="8115559">
                <a:moveTo>
                  <a:pt x="0" y="0"/>
                </a:moveTo>
                <a:lnTo>
                  <a:pt x="8115560" y="0"/>
                </a:lnTo>
                <a:lnTo>
                  <a:pt x="8115560" y="9360826"/>
                </a:lnTo>
                <a:lnTo>
                  <a:pt x="0" y="93608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7401234" y="6569772"/>
            <a:ext cx="398396" cy="402158"/>
            <a:chOff x="0" y="0"/>
            <a:chExt cx="531195" cy="5362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1D0D00">
                <a:alpha val="12549"/>
              </a:srgbClr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542740" y="2847428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886823" y="833201"/>
            <a:ext cx="514354" cy="390998"/>
          </a:xfrm>
          <a:custGeom>
            <a:avLst/>
            <a:gdLst/>
            <a:ahLst/>
            <a:cxnLst/>
            <a:rect r="r" b="b" t="t" l="l"/>
            <a:pathLst>
              <a:path h="390998" w="514354">
                <a:moveTo>
                  <a:pt x="0" y="0"/>
                </a:moveTo>
                <a:lnTo>
                  <a:pt x="514354" y="0"/>
                </a:lnTo>
                <a:lnTo>
                  <a:pt x="514354" y="390998"/>
                </a:lnTo>
                <a:lnTo>
                  <a:pt x="0" y="39099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5" id="15"/>
          <p:cNvSpPr/>
          <p:nvPr/>
        </p:nvSpPr>
        <p:spPr>
          <a:xfrm rot="7343">
            <a:off x="4702815" y="9208000"/>
            <a:ext cx="8917670" cy="0"/>
          </a:xfrm>
          <a:prstGeom prst="line">
            <a:avLst/>
          </a:prstGeom>
          <a:ln cap="rnd" w="9525">
            <a:solidFill>
              <a:srgbClr val="1D0D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3872650" y="1398225"/>
            <a:ext cx="10321647" cy="7338046"/>
          </a:xfrm>
          <a:custGeom>
            <a:avLst/>
            <a:gdLst/>
            <a:ahLst/>
            <a:cxnLst/>
            <a:rect r="r" b="b" t="t" l="l"/>
            <a:pathLst>
              <a:path h="7338046" w="10321647">
                <a:moveTo>
                  <a:pt x="0" y="0"/>
                </a:moveTo>
                <a:lnTo>
                  <a:pt x="10321647" y="0"/>
                </a:lnTo>
                <a:lnTo>
                  <a:pt x="10321647" y="7338046"/>
                </a:lnTo>
                <a:lnTo>
                  <a:pt x="0" y="733804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542746" y="5893012"/>
            <a:ext cx="271154" cy="542160"/>
            <a:chOff x="0" y="0"/>
            <a:chExt cx="361539" cy="722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521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403390" y="334078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464872" y="2661012"/>
            <a:ext cx="271154" cy="542160"/>
            <a:chOff x="0" y="0"/>
            <a:chExt cx="361539" cy="7228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67AFB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72974" y="-66396"/>
            <a:ext cx="2465872" cy="1145398"/>
          </a:xfrm>
          <a:custGeom>
            <a:avLst/>
            <a:gdLst/>
            <a:ahLst/>
            <a:cxnLst/>
            <a:rect r="r" b="b" t="t" l="l"/>
            <a:pathLst>
              <a:path h="1145398" w="2465872">
                <a:moveTo>
                  <a:pt x="0" y="0"/>
                </a:moveTo>
                <a:lnTo>
                  <a:pt x="2465872" y="0"/>
                </a:lnTo>
                <a:lnTo>
                  <a:pt x="2465872" y="1145398"/>
                </a:lnTo>
                <a:lnTo>
                  <a:pt x="0" y="11453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720982" y="-55122"/>
            <a:ext cx="2015014" cy="1134112"/>
          </a:xfrm>
          <a:custGeom>
            <a:avLst/>
            <a:gdLst/>
            <a:ahLst/>
            <a:cxnLst/>
            <a:rect r="r" b="b" t="t" l="l"/>
            <a:pathLst>
              <a:path h="1134112" w="2015014">
                <a:moveTo>
                  <a:pt x="0" y="0"/>
                </a:moveTo>
                <a:lnTo>
                  <a:pt x="2015014" y="0"/>
                </a:lnTo>
                <a:lnTo>
                  <a:pt x="2015014" y="1134112"/>
                </a:lnTo>
                <a:lnTo>
                  <a:pt x="0" y="11341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273689" y="3376029"/>
            <a:ext cx="8115559" cy="9360827"/>
          </a:xfrm>
          <a:custGeom>
            <a:avLst/>
            <a:gdLst/>
            <a:ahLst/>
            <a:cxnLst/>
            <a:rect r="r" b="b" t="t" l="l"/>
            <a:pathLst>
              <a:path h="9360827" w="8115559">
                <a:moveTo>
                  <a:pt x="0" y="0"/>
                </a:moveTo>
                <a:lnTo>
                  <a:pt x="8115560" y="0"/>
                </a:lnTo>
                <a:lnTo>
                  <a:pt x="8115560" y="9360826"/>
                </a:lnTo>
                <a:lnTo>
                  <a:pt x="0" y="936082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3379435" y="3376029"/>
            <a:ext cx="8115559" cy="9360827"/>
          </a:xfrm>
          <a:custGeom>
            <a:avLst/>
            <a:gdLst/>
            <a:ahLst/>
            <a:cxnLst/>
            <a:rect r="r" b="b" t="t" l="l"/>
            <a:pathLst>
              <a:path h="9360827" w="8115559">
                <a:moveTo>
                  <a:pt x="0" y="0"/>
                </a:moveTo>
                <a:lnTo>
                  <a:pt x="8115560" y="0"/>
                </a:lnTo>
                <a:lnTo>
                  <a:pt x="8115560" y="9360826"/>
                </a:lnTo>
                <a:lnTo>
                  <a:pt x="0" y="936082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7401234" y="6569772"/>
            <a:ext cx="398396" cy="402158"/>
            <a:chOff x="0" y="0"/>
            <a:chExt cx="531195" cy="5362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1D0D00">
                <a:alpha val="12549"/>
              </a:srgbClr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542740" y="2847428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273025" y="4261189"/>
            <a:ext cx="7741950" cy="159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19"/>
              </a:lnSpc>
            </a:pPr>
            <a:r>
              <a:rPr lang="en-US" b="true" sz="12000">
                <a:solidFill>
                  <a:srgbClr val="567AFB"/>
                </a:solidFill>
                <a:latin typeface="Arimo Bold"/>
                <a:ea typeface="Arimo Bold"/>
                <a:cs typeface="Arimo Bold"/>
                <a:sym typeface="Arimo Bold"/>
              </a:rPr>
              <a:t>Demo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886802" y="2045158"/>
            <a:ext cx="514354" cy="390998"/>
          </a:xfrm>
          <a:custGeom>
            <a:avLst/>
            <a:gdLst/>
            <a:ahLst/>
            <a:cxnLst/>
            <a:rect r="r" b="b" t="t" l="l"/>
            <a:pathLst>
              <a:path h="390998" w="514354">
                <a:moveTo>
                  <a:pt x="0" y="0"/>
                </a:moveTo>
                <a:lnTo>
                  <a:pt x="514354" y="0"/>
                </a:lnTo>
                <a:lnTo>
                  <a:pt x="514354" y="390998"/>
                </a:lnTo>
                <a:lnTo>
                  <a:pt x="0" y="39099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 rot="7343">
            <a:off x="4702815" y="9208000"/>
            <a:ext cx="8917670" cy="0"/>
          </a:xfrm>
          <a:prstGeom prst="line">
            <a:avLst/>
          </a:prstGeom>
          <a:ln cap="rnd" w="9525">
            <a:solidFill>
              <a:srgbClr val="1D0D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540546" y="807912"/>
            <a:ext cx="271154" cy="542160"/>
            <a:chOff x="0" y="0"/>
            <a:chExt cx="361539" cy="722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"/>
              <a:ext cx="361442" cy="722630"/>
            </a:xfrm>
            <a:custGeom>
              <a:avLst/>
              <a:gdLst/>
              <a:ahLst/>
              <a:cxnLst/>
              <a:rect r="r" b="b" t="t" l="l"/>
              <a:pathLst>
                <a:path h="722630" w="361442">
                  <a:moveTo>
                    <a:pt x="0" y="0"/>
                  </a:moveTo>
                  <a:lnTo>
                    <a:pt x="0" y="722630"/>
                  </a:lnTo>
                  <a:lnTo>
                    <a:pt x="361442" y="36131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521C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995850" y="4090750"/>
            <a:ext cx="424680" cy="794398"/>
          </a:xfrm>
          <a:custGeom>
            <a:avLst/>
            <a:gdLst/>
            <a:ahLst/>
            <a:cxnLst/>
            <a:rect r="r" b="b" t="t" l="l"/>
            <a:pathLst>
              <a:path h="794398" w="424680">
                <a:moveTo>
                  <a:pt x="0" y="0"/>
                </a:moveTo>
                <a:lnTo>
                  <a:pt x="424680" y="0"/>
                </a:lnTo>
                <a:lnTo>
                  <a:pt x="424680" y="794398"/>
                </a:lnTo>
                <a:lnTo>
                  <a:pt x="0" y="7943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40178" y="5465136"/>
            <a:ext cx="871892" cy="871892"/>
          </a:xfrm>
          <a:custGeom>
            <a:avLst/>
            <a:gdLst/>
            <a:ahLst/>
            <a:cxnLst/>
            <a:rect r="r" b="b" t="t" l="l"/>
            <a:pathLst>
              <a:path h="871892" w="871892">
                <a:moveTo>
                  <a:pt x="0" y="0"/>
                </a:moveTo>
                <a:lnTo>
                  <a:pt x="871892" y="0"/>
                </a:lnTo>
                <a:lnTo>
                  <a:pt x="871892" y="871892"/>
                </a:lnTo>
                <a:lnTo>
                  <a:pt x="0" y="87189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896747" y="-2609534"/>
            <a:ext cx="6600803" cy="9289705"/>
          </a:xfrm>
          <a:custGeom>
            <a:avLst/>
            <a:gdLst/>
            <a:ahLst/>
            <a:cxnLst/>
            <a:rect r="r" b="b" t="t" l="l"/>
            <a:pathLst>
              <a:path h="9289705" w="6600803">
                <a:moveTo>
                  <a:pt x="0" y="0"/>
                </a:moveTo>
                <a:lnTo>
                  <a:pt x="6600802" y="0"/>
                </a:lnTo>
                <a:lnTo>
                  <a:pt x="6600802" y="9289704"/>
                </a:lnTo>
                <a:lnTo>
                  <a:pt x="0" y="928970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769545" y="-2307821"/>
            <a:ext cx="9396106" cy="7879523"/>
          </a:xfrm>
          <a:custGeom>
            <a:avLst/>
            <a:gdLst/>
            <a:ahLst/>
            <a:cxnLst/>
            <a:rect r="r" b="b" t="t" l="l"/>
            <a:pathLst>
              <a:path h="7879523" w="9396106">
                <a:moveTo>
                  <a:pt x="0" y="0"/>
                </a:moveTo>
                <a:lnTo>
                  <a:pt x="9396106" y="0"/>
                </a:lnTo>
                <a:lnTo>
                  <a:pt x="9396106" y="7879522"/>
                </a:lnTo>
                <a:lnTo>
                  <a:pt x="0" y="78795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7244510" y="399422"/>
            <a:ext cx="398396" cy="402158"/>
            <a:chOff x="0" y="0"/>
            <a:chExt cx="531195" cy="5362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1D0D00">
                <a:alpha val="12549"/>
              </a:srgbClr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497016" y="9589378"/>
            <a:ext cx="358230" cy="355710"/>
          </a:xfrm>
          <a:custGeom>
            <a:avLst/>
            <a:gdLst/>
            <a:ahLst/>
            <a:cxnLst/>
            <a:rect r="r" b="b" t="t" l="l"/>
            <a:pathLst>
              <a:path h="355710" w="358230">
                <a:moveTo>
                  <a:pt x="0" y="0"/>
                </a:moveTo>
                <a:lnTo>
                  <a:pt x="358230" y="0"/>
                </a:lnTo>
                <a:lnTo>
                  <a:pt x="358230" y="355710"/>
                </a:lnTo>
                <a:lnTo>
                  <a:pt x="0" y="3557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783802" y="1311972"/>
            <a:ext cx="514354" cy="390998"/>
          </a:xfrm>
          <a:custGeom>
            <a:avLst/>
            <a:gdLst/>
            <a:ahLst/>
            <a:cxnLst/>
            <a:rect r="r" b="b" t="t" l="l"/>
            <a:pathLst>
              <a:path h="390998" w="514354">
                <a:moveTo>
                  <a:pt x="0" y="0"/>
                </a:moveTo>
                <a:lnTo>
                  <a:pt x="514354" y="0"/>
                </a:lnTo>
                <a:lnTo>
                  <a:pt x="514354" y="390998"/>
                </a:lnTo>
                <a:lnTo>
                  <a:pt x="0" y="39099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8672010" y="9723922"/>
            <a:ext cx="398396" cy="402158"/>
            <a:chOff x="0" y="0"/>
            <a:chExt cx="531195" cy="5362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27" y="127"/>
              <a:ext cx="531114" cy="536067"/>
            </a:xfrm>
            <a:custGeom>
              <a:avLst/>
              <a:gdLst/>
              <a:ahLst/>
              <a:cxnLst/>
              <a:rect r="r" b="b" t="t" l="l"/>
              <a:pathLst>
                <a:path h="536067" w="531114">
                  <a:moveTo>
                    <a:pt x="265557" y="29972"/>
                  </a:moveTo>
                  <a:lnTo>
                    <a:pt x="505968" y="270510"/>
                  </a:lnTo>
                  <a:lnTo>
                    <a:pt x="265557" y="505968"/>
                  </a:lnTo>
                  <a:lnTo>
                    <a:pt x="29972" y="270510"/>
                  </a:lnTo>
                  <a:lnTo>
                    <a:pt x="265557" y="29972"/>
                  </a:lnTo>
                  <a:close/>
                  <a:moveTo>
                    <a:pt x="265557" y="0"/>
                  </a:moveTo>
                  <a:lnTo>
                    <a:pt x="0" y="270510"/>
                  </a:lnTo>
                  <a:lnTo>
                    <a:pt x="265557" y="536067"/>
                  </a:lnTo>
                  <a:lnTo>
                    <a:pt x="531114" y="270510"/>
                  </a:lnTo>
                  <a:lnTo>
                    <a:pt x="265557" y="0"/>
                  </a:lnTo>
                  <a:close/>
                </a:path>
              </a:pathLst>
            </a:custGeom>
            <a:solidFill>
              <a:srgbClr val="1D0D00">
                <a:alpha val="12549"/>
              </a:srgbClr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3295704" y="9695244"/>
            <a:ext cx="143998" cy="143998"/>
          </a:xfrm>
          <a:custGeom>
            <a:avLst/>
            <a:gdLst/>
            <a:ahLst/>
            <a:cxnLst/>
            <a:rect r="r" b="b" t="t" l="l"/>
            <a:pathLst>
              <a:path h="143998" w="143998">
                <a:moveTo>
                  <a:pt x="0" y="0"/>
                </a:moveTo>
                <a:lnTo>
                  <a:pt x="143998" y="0"/>
                </a:lnTo>
                <a:lnTo>
                  <a:pt x="143998" y="143998"/>
                </a:lnTo>
                <a:lnTo>
                  <a:pt x="0" y="14399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099304" y="9695244"/>
            <a:ext cx="143998" cy="143998"/>
          </a:xfrm>
          <a:custGeom>
            <a:avLst/>
            <a:gdLst/>
            <a:ahLst/>
            <a:cxnLst/>
            <a:rect r="r" b="b" t="t" l="l"/>
            <a:pathLst>
              <a:path h="143998" w="143998">
                <a:moveTo>
                  <a:pt x="0" y="0"/>
                </a:moveTo>
                <a:lnTo>
                  <a:pt x="143998" y="0"/>
                </a:lnTo>
                <a:lnTo>
                  <a:pt x="143998" y="143998"/>
                </a:lnTo>
                <a:lnTo>
                  <a:pt x="0" y="143998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787301" y="2305814"/>
            <a:ext cx="8713350" cy="198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80"/>
              </a:lnSpc>
            </a:pPr>
            <a:r>
              <a:rPr lang="en-US" b="true" sz="14400">
                <a:solidFill>
                  <a:srgbClr val="1D0D00"/>
                </a:solidFill>
                <a:latin typeface="Arimo Bold"/>
                <a:ea typeface="Arimo Bold"/>
                <a:cs typeface="Arimo Bold"/>
                <a:sym typeface="Arimo Bold"/>
              </a:rPr>
              <a:t>Thanks!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787225" y="4611291"/>
            <a:ext cx="8713350" cy="200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6"/>
              </a:lnSpc>
            </a:pPr>
            <a:r>
              <a:rPr lang="en-US" sz="3200">
                <a:solidFill>
                  <a:srgbClr val="1D0D00"/>
                </a:solidFill>
                <a:latin typeface="DM Sans"/>
                <a:ea typeface="DM Sans"/>
                <a:cs typeface="DM Sans"/>
                <a:sym typeface="DM Sans"/>
              </a:rPr>
              <a:t>Do you have any questions?</a:t>
            </a:r>
          </a:p>
          <a:p>
            <a:pPr algn="ctr">
              <a:lnSpc>
                <a:spcPts val="3863"/>
              </a:lnSpc>
            </a:pPr>
            <a:r>
              <a:rPr lang="en-US" sz="2799">
                <a:solidFill>
                  <a:srgbClr val="1D0D00"/>
                </a:solidFill>
                <a:latin typeface="Questrial"/>
                <a:ea typeface="Questrial"/>
                <a:cs typeface="Questrial"/>
                <a:sym typeface="Questrial"/>
              </a:rPr>
              <a:t>service</a:t>
            </a:r>
            <a:r>
              <a:rPr lang="en-US" sz="2799">
                <a:solidFill>
                  <a:srgbClr val="1D0D00"/>
                </a:solidFill>
                <a:latin typeface="Questrial"/>
                <a:ea typeface="Questrial"/>
                <a:cs typeface="Questrial"/>
                <a:sym typeface="Questrial"/>
              </a:rPr>
              <a:t>@apexnueralsys.com</a:t>
            </a:r>
          </a:p>
          <a:p>
            <a:pPr algn="ctr">
              <a:lnSpc>
                <a:spcPts val="3863"/>
              </a:lnSpc>
            </a:pPr>
            <a:r>
              <a:rPr lang="en-US" sz="2799">
                <a:solidFill>
                  <a:srgbClr val="1D0D00"/>
                </a:solidFill>
                <a:latin typeface="Questrial"/>
                <a:ea typeface="Questrial"/>
                <a:cs typeface="Questrial"/>
                <a:sym typeface="Questrial"/>
              </a:rPr>
              <a:t>+6012 3456789</a:t>
            </a:r>
          </a:p>
          <a:p>
            <a:pPr algn="ctr">
              <a:lnSpc>
                <a:spcPts val="3863"/>
              </a:lnSpc>
            </a:pPr>
            <a:r>
              <a:rPr lang="en-US" sz="2799">
                <a:solidFill>
                  <a:srgbClr val="1D0D00"/>
                </a:solidFill>
                <a:latin typeface="Questrial"/>
                <a:ea typeface="Questrial"/>
                <a:cs typeface="Questrial"/>
                <a:sym typeface="Questrial"/>
              </a:rPr>
              <a:t>apexnueralsystem.com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3295710" y="3939142"/>
            <a:ext cx="5802892" cy="5268860"/>
          </a:xfrm>
          <a:custGeom>
            <a:avLst/>
            <a:gdLst/>
            <a:ahLst/>
            <a:cxnLst/>
            <a:rect r="r" b="b" t="t" l="l"/>
            <a:pathLst>
              <a:path h="5268860" w="5802892">
                <a:moveTo>
                  <a:pt x="0" y="0"/>
                </a:moveTo>
                <a:lnTo>
                  <a:pt x="5802892" y="0"/>
                </a:lnTo>
                <a:lnTo>
                  <a:pt x="5802892" y="5268860"/>
                </a:lnTo>
                <a:lnTo>
                  <a:pt x="0" y="526886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349094" y="3003792"/>
            <a:ext cx="5341402" cy="6204208"/>
          </a:xfrm>
          <a:custGeom>
            <a:avLst/>
            <a:gdLst/>
            <a:ahLst/>
            <a:cxnLst/>
            <a:rect r="r" b="b" t="t" l="l"/>
            <a:pathLst>
              <a:path h="6204208" w="5341402">
                <a:moveTo>
                  <a:pt x="0" y="0"/>
                </a:moveTo>
                <a:lnTo>
                  <a:pt x="5341402" y="0"/>
                </a:lnTo>
                <a:lnTo>
                  <a:pt x="5341402" y="6204208"/>
                </a:lnTo>
                <a:lnTo>
                  <a:pt x="0" y="6204208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955304" y="1740194"/>
            <a:ext cx="143998" cy="143998"/>
          </a:xfrm>
          <a:custGeom>
            <a:avLst/>
            <a:gdLst/>
            <a:ahLst/>
            <a:cxnLst/>
            <a:rect r="r" b="b" t="t" l="l"/>
            <a:pathLst>
              <a:path h="143998" w="143998">
                <a:moveTo>
                  <a:pt x="0" y="0"/>
                </a:moveTo>
                <a:lnTo>
                  <a:pt x="143998" y="0"/>
                </a:lnTo>
                <a:lnTo>
                  <a:pt x="143998" y="143998"/>
                </a:lnTo>
                <a:lnTo>
                  <a:pt x="0" y="143998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1" id="21"/>
          <p:cNvSpPr/>
          <p:nvPr/>
        </p:nvSpPr>
        <p:spPr>
          <a:xfrm rot="14087">
            <a:off x="-395869" y="9208000"/>
            <a:ext cx="4648689" cy="0"/>
          </a:xfrm>
          <a:prstGeom prst="line">
            <a:avLst/>
          </a:prstGeom>
          <a:ln cap="rnd" w="9525">
            <a:solidFill>
              <a:srgbClr val="1D0D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rot="14087">
            <a:off x="14459431" y="9208000"/>
            <a:ext cx="4648689" cy="0"/>
          </a:xfrm>
          <a:prstGeom prst="line">
            <a:avLst/>
          </a:prstGeom>
          <a:ln cap="rnd" w="9525">
            <a:solidFill>
              <a:srgbClr val="1D0D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14199704" y="3003794"/>
            <a:ext cx="143998" cy="143998"/>
          </a:xfrm>
          <a:custGeom>
            <a:avLst/>
            <a:gdLst/>
            <a:ahLst/>
            <a:cxnLst/>
            <a:rect r="r" b="b" t="t" l="l"/>
            <a:pathLst>
              <a:path h="143998" w="143998">
                <a:moveTo>
                  <a:pt x="0" y="0"/>
                </a:moveTo>
                <a:lnTo>
                  <a:pt x="143998" y="0"/>
                </a:lnTo>
                <a:lnTo>
                  <a:pt x="143998" y="143998"/>
                </a:lnTo>
                <a:lnTo>
                  <a:pt x="0" y="143998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7695496" y="7148000"/>
            <a:ext cx="814766" cy="814766"/>
          </a:xfrm>
          <a:custGeom>
            <a:avLst/>
            <a:gdLst/>
            <a:ahLst/>
            <a:cxnLst/>
            <a:rect r="r" b="b" t="t" l="l"/>
            <a:pathLst>
              <a:path h="814766" w="814766">
                <a:moveTo>
                  <a:pt x="0" y="0"/>
                </a:moveTo>
                <a:lnTo>
                  <a:pt x="814766" y="0"/>
                </a:lnTo>
                <a:lnTo>
                  <a:pt x="814766" y="814766"/>
                </a:lnTo>
                <a:lnTo>
                  <a:pt x="0" y="814766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736578" y="7147876"/>
            <a:ext cx="814864" cy="814782"/>
          </a:xfrm>
          <a:custGeom>
            <a:avLst/>
            <a:gdLst/>
            <a:ahLst/>
            <a:cxnLst/>
            <a:rect r="r" b="b" t="t" l="l"/>
            <a:pathLst>
              <a:path h="814782" w="814864">
                <a:moveTo>
                  <a:pt x="0" y="0"/>
                </a:moveTo>
                <a:lnTo>
                  <a:pt x="814864" y="0"/>
                </a:lnTo>
                <a:lnTo>
                  <a:pt x="814864" y="814782"/>
                </a:lnTo>
                <a:lnTo>
                  <a:pt x="0" y="814782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777766" y="7147876"/>
            <a:ext cx="814782" cy="814782"/>
          </a:xfrm>
          <a:custGeom>
            <a:avLst/>
            <a:gdLst/>
            <a:ahLst/>
            <a:cxnLst/>
            <a:rect r="r" b="b" t="t" l="l"/>
            <a:pathLst>
              <a:path h="814782" w="814782">
                <a:moveTo>
                  <a:pt x="0" y="0"/>
                </a:moveTo>
                <a:lnTo>
                  <a:pt x="814782" y="0"/>
                </a:lnTo>
                <a:lnTo>
                  <a:pt x="814782" y="814782"/>
                </a:lnTo>
                <a:lnTo>
                  <a:pt x="0" y="814782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DAHOlLV2RX4</dc:identifier>
  <dcterms:modified xsi:type="dcterms:W3CDTF">2011-08-01T06:04:30Z</dcterms:modified>
  <cp:revision>1</cp:revision>
  <dc:title>Restaurant Robotics System.pptx</dc:title>
</cp:coreProperties>
</file>